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FFE0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D6D3C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1" i="0">
                <a:solidFill>
                  <a:srgbClr val="FFE0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D6D3C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1" i="0">
                <a:solidFill>
                  <a:srgbClr val="FFE0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727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053951" y="7824787"/>
            <a:ext cx="2505075" cy="405130"/>
          </a:xfrm>
          <a:custGeom>
            <a:avLst/>
            <a:gdLst/>
            <a:ahLst/>
            <a:cxnLst/>
            <a:rect l="l" t="t" r="r" b="b"/>
            <a:pathLst>
              <a:path w="2505075" h="405129">
                <a:moveTo>
                  <a:pt x="2505075" y="0"/>
                </a:moveTo>
                <a:lnTo>
                  <a:pt x="0" y="0"/>
                </a:lnTo>
                <a:lnTo>
                  <a:pt x="0" y="404812"/>
                </a:lnTo>
                <a:lnTo>
                  <a:pt x="2505075" y="404812"/>
                </a:lnTo>
                <a:lnTo>
                  <a:pt x="2505075" y="0"/>
                </a:lnTo>
                <a:close/>
              </a:path>
            </a:pathLst>
          </a:custGeom>
          <a:solidFill>
            <a:srgbClr val="2727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2053951" y="7824787"/>
            <a:ext cx="2505075" cy="405130"/>
          </a:xfrm>
          <a:custGeom>
            <a:avLst/>
            <a:gdLst/>
            <a:ahLst/>
            <a:cxnLst/>
            <a:rect l="l" t="t" r="r" b="b"/>
            <a:pathLst>
              <a:path w="2505075" h="405129">
                <a:moveTo>
                  <a:pt x="2505075" y="404812"/>
                </a:moveTo>
                <a:lnTo>
                  <a:pt x="2505075" y="0"/>
                </a:lnTo>
                <a:lnTo>
                  <a:pt x="0" y="0"/>
                </a:lnTo>
                <a:lnTo>
                  <a:pt x="0" y="404812"/>
                </a:lnTo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1" i="0">
                <a:solidFill>
                  <a:srgbClr val="FFE0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727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053951" y="7824787"/>
            <a:ext cx="2505075" cy="405130"/>
          </a:xfrm>
          <a:custGeom>
            <a:avLst/>
            <a:gdLst/>
            <a:ahLst/>
            <a:cxnLst/>
            <a:rect l="l" t="t" r="r" b="b"/>
            <a:pathLst>
              <a:path w="2505075" h="405129">
                <a:moveTo>
                  <a:pt x="2505075" y="0"/>
                </a:moveTo>
                <a:lnTo>
                  <a:pt x="0" y="0"/>
                </a:lnTo>
                <a:lnTo>
                  <a:pt x="0" y="404812"/>
                </a:lnTo>
                <a:lnTo>
                  <a:pt x="2505075" y="404812"/>
                </a:lnTo>
                <a:lnTo>
                  <a:pt x="2505075" y="0"/>
                </a:lnTo>
                <a:close/>
              </a:path>
            </a:pathLst>
          </a:custGeom>
          <a:solidFill>
            <a:srgbClr val="2727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2053951" y="7824787"/>
            <a:ext cx="2505075" cy="405130"/>
          </a:xfrm>
          <a:custGeom>
            <a:avLst/>
            <a:gdLst/>
            <a:ahLst/>
            <a:cxnLst/>
            <a:rect l="l" t="t" r="r" b="b"/>
            <a:pathLst>
              <a:path w="2505075" h="405129">
                <a:moveTo>
                  <a:pt x="2505075" y="404812"/>
                </a:moveTo>
                <a:lnTo>
                  <a:pt x="2505075" y="0"/>
                </a:lnTo>
                <a:lnTo>
                  <a:pt x="0" y="0"/>
                </a:lnTo>
                <a:lnTo>
                  <a:pt x="0" y="404812"/>
                </a:lnTo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727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6275" y="2667000"/>
            <a:ext cx="10465752" cy="1341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FFE0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1852" y="1974151"/>
            <a:ext cx="7194550" cy="418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D6D3C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4490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130"/>
              </a:spcBef>
            </a:pPr>
            <a:r>
              <a:rPr dirty="0" sz="4250" spc="-10"/>
              <a:t>Кино.Форум</a:t>
            </a:r>
            <a:endParaRPr sz="4250"/>
          </a:p>
        </p:txBody>
      </p:sp>
      <p:sp>
        <p:nvSpPr>
          <p:cNvPr id="4" name="object 4" descr=""/>
          <p:cNvSpPr txBox="1"/>
          <p:nvPr/>
        </p:nvSpPr>
        <p:spPr>
          <a:xfrm>
            <a:off x="851852" y="4158297"/>
            <a:ext cx="63030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20">
                <a:solidFill>
                  <a:srgbClr val="D6D3CC"/>
                </a:solidFill>
                <a:latin typeface="Trebuchet MS"/>
                <a:cs typeface="Trebuchet MS"/>
              </a:rPr>
              <a:t>Сайт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D6D3CC"/>
                </a:solidFill>
                <a:latin typeface="Trebuchet MS"/>
                <a:cs typeface="Trebuchet MS"/>
              </a:rPr>
              <a:t>обсуждения</a:t>
            </a:r>
            <a:r>
              <a:rPr dirty="0" sz="18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D6D3CC"/>
                </a:solidFill>
                <a:latin typeface="Trebuchet MS"/>
                <a:cs typeface="Trebuchet MS"/>
              </a:rPr>
              <a:t>фильмов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8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общения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киноманов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1852" y="7002208"/>
            <a:ext cx="4156075" cy="80708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Выполнили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Коротин</a:t>
            </a:r>
            <a:r>
              <a:rPr dirty="0" sz="185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Роман</a:t>
            </a:r>
            <a:r>
              <a:rPr dirty="0" sz="1850" spc="-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Соклаков</a:t>
            </a:r>
            <a:r>
              <a:rPr dirty="0" sz="1850" spc="-8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Даниил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437437"/>
            <a:ext cx="2517775" cy="798830"/>
            <a:chOff x="12047601" y="7437437"/>
            <a:chExt cx="2517775" cy="79883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0"/>
                  </a:moveTo>
                  <a:lnTo>
                    <a:pt x="0" y="0"/>
                  </a:lnTo>
                  <a:lnTo>
                    <a:pt x="0" y="785812"/>
                  </a:lnTo>
                  <a:lnTo>
                    <a:pt x="2505075" y="785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785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785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18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/>
              <a:t>О</a:t>
            </a:r>
            <a:r>
              <a:rPr dirty="0" sz="4250" spc="35"/>
              <a:t> </a:t>
            </a:r>
            <a:r>
              <a:rPr dirty="0" sz="4250" spc="-10"/>
              <a:t>проекте</a:t>
            </a:r>
            <a:endParaRPr sz="4250"/>
          </a:p>
        </p:txBody>
      </p:sp>
      <p:sp>
        <p:nvSpPr>
          <p:cNvPr id="6" name="object 6" descr=""/>
          <p:cNvSpPr txBox="1"/>
          <p:nvPr/>
        </p:nvSpPr>
        <p:spPr>
          <a:xfrm>
            <a:off x="675640" y="4389995"/>
            <a:ext cx="7916545" cy="21672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355600">
              <a:lnSpc>
                <a:spcPct val="140400"/>
              </a:lnSpc>
              <a:spcBef>
                <a:spcPts val="60"/>
              </a:spcBef>
            </a:pP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Кино.Форум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340">
                <a:solidFill>
                  <a:srgbClr val="D6D3CC"/>
                </a:solidFill>
                <a:latin typeface="Trebuchet MS"/>
                <a:cs typeface="Trebuchet MS"/>
              </a:rPr>
              <a:t>—</a:t>
            </a:r>
            <a:r>
              <a:rPr dirty="0" sz="185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0">
                <a:solidFill>
                  <a:srgbClr val="D6D3CC"/>
                </a:solidFill>
                <a:latin typeface="Trebuchet MS"/>
                <a:cs typeface="Trebuchet MS"/>
              </a:rPr>
              <a:t>это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веб-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сайт,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где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любители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кино</a:t>
            </a:r>
            <a:r>
              <a:rPr dirty="0" sz="1850" spc="-9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могут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находить 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фильмы,</a:t>
            </a:r>
            <a:r>
              <a:rPr dirty="0" sz="185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писать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D6D3CC"/>
                </a:solidFill>
                <a:latin typeface="Trebuchet MS"/>
                <a:cs typeface="Trebuchet MS"/>
              </a:rPr>
              <a:t>рецензии,</a:t>
            </a:r>
            <a:r>
              <a:rPr dirty="0" sz="1850" spc="-1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ставить</a:t>
            </a:r>
            <a:r>
              <a:rPr dirty="0" sz="18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оценки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D6D3CC"/>
                </a:solidFill>
                <a:latin typeface="Trebuchet MS"/>
                <a:cs typeface="Trebuchet MS"/>
              </a:rPr>
              <a:t>общаться</a:t>
            </a:r>
            <a:r>
              <a:rPr dirty="0" sz="1850" spc="-114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D6D3CC"/>
                </a:solidFill>
                <a:latin typeface="Trebuchet MS"/>
                <a:cs typeface="Trebuchet MS"/>
              </a:rPr>
              <a:t>с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другими 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людьми.</a:t>
            </a:r>
            <a:endParaRPr sz="1850">
              <a:latin typeface="Trebuchet MS"/>
              <a:cs typeface="Trebuchet MS"/>
            </a:endParaRPr>
          </a:p>
          <a:p>
            <a:pPr marL="12700" marR="5080">
              <a:lnSpc>
                <a:spcPct val="138600"/>
              </a:lnSpc>
              <a:spcBef>
                <a:spcPts val="1390"/>
              </a:spcBef>
            </a:pP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Идея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была</a:t>
            </a:r>
            <a:r>
              <a:rPr dirty="0" sz="185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D6D3CC"/>
                </a:solidFill>
                <a:latin typeface="Trebuchet MS"/>
                <a:cs typeface="Trebuchet MS"/>
              </a:rPr>
              <a:t>в</a:t>
            </a:r>
            <a:r>
              <a:rPr dirty="0" sz="18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том,</a:t>
            </a:r>
            <a:r>
              <a:rPr dirty="0" sz="1850" spc="-1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D6D3CC"/>
                </a:solidFill>
                <a:latin typeface="Trebuchet MS"/>
                <a:cs typeface="Trebuchet MS"/>
              </a:rPr>
              <a:t>чтобы</a:t>
            </a:r>
            <a:r>
              <a:rPr dirty="0" sz="1850" spc="-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создать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удобную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площадку</a:t>
            </a:r>
            <a:r>
              <a:rPr dirty="0" sz="1850" spc="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40">
                <a:solidFill>
                  <a:srgbClr val="D6D3CC"/>
                </a:solidFill>
                <a:latin typeface="Trebuchet MS"/>
                <a:cs typeface="Trebuchet MS"/>
              </a:rPr>
              <a:t>киноманов,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где</a:t>
            </a:r>
            <a:r>
              <a:rPr dirty="0" sz="1850" spc="3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0">
                <a:solidFill>
                  <a:srgbClr val="D6D3CC"/>
                </a:solidFill>
                <a:latin typeface="Trebuchet MS"/>
                <a:cs typeface="Trebuchet MS"/>
              </a:rPr>
              <a:t>всё</a:t>
            </a:r>
            <a:r>
              <a:rPr dirty="0" sz="185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20">
                <a:solidFill>
                  <a:srgbClr val="D6D3CC"/>
                </a:solidFill>
                <a:latin typeface="Trebuchet MS"/>
                <a:cs typeface="Trebuchet MS"/>
              </a:rPr>
              <a:t>просто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понятно,</a:t>
            </a:r>
            <a:r>
              <a:rPr dirty="0" sz="1850" spc="-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без</a:t>
            </a:r>
            <a:r>
              <a:rPr dirty="0" sz="185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лишней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рекламы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D6D3CC"/>
                </a:solidFill>
                <a:latin typeface="Trebuchet MS"/>
                <a:cs typeface="Trebuchet MS"/>
              </a:rPr>
              <a:t>наворотов.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276225"/>
            <a:ext cx="6772275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437437"/>
            <a:ext cx="2517775" cy="798830"/>
            <a:chOff x="12047601" y="7437437"/>
            <a:chExt cx="2517775" cy="79883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0"/>
                  </a:moveTo>
                  <a:lnTo>
                    <a:pt x="0" y="0"/>
                  </a:lnTo>
                  <a:lnTo>
                    <a:pt x="0" y="785812"/>
                  </a:lnTo>
                  <a:lnTo>
                    <a:pt x="2505075" y="785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785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785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1852" y="1526539"/>
            <a:ext cx="245618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-10"/>
              <a:t>Проблема</a:t>
            </a:r>
            <a:endParaRPr sz="4250"/>
          </a:p>
        </p:txBody>
      </p:sp>
      <p:grpSp>
        <p:nvGrpSpPr>
          <p:cNvPr id="6" name="object 6" descr=""/>
          <p:cNvGrpSpPr/>
          <p:nvPr/>
        </p:nvGrpSpPr>
        <p:grpSpPr>
          <a:xfrm>
            <a:off x="838200" y="2732785"/>
            <a:ext cx="6373495" cy="1868805"/>
            <a:chOff x="838200" y="2732785"/>
            <a:chExt cx="6373495" cy="1868805"/>
          </a:xfrm>
        </p:grpSpPr>
        <p:sp>
          <p:nvSpPr>
            <p:cNvPr id="7" name="object 7" descr=""/>
            <p:cNvSpPr/>
            <p:nvPr/>
          </p:nvSpPr>
          <p:spPr>
            <a:xfrm>
              <a:off x="871537" y="2748025"/>
              <a:ext cx="6325235" cy="1838325"/>
            </a:xfrm>
            <a:custGeom>
              <a:avLst/>
              <a:gdLst/>
              <a:ahLst/>
              <a:cxnLst/>
              <a:rect l="l" t="t" r="r" b="b"/>
              <a:pathLst>
                <a:path w="6325234" h="1838325">
                  <a:moveTo>
                    <a:pt x="6178105" y="0"/>
                  </a:moveTo>
                  <a:lnTo>
                    <a:pt x="146519" y="0"/>
                  </a:lnTo>
                  <a:lnTo>
                    <a:pt x="100206" y="7462"/>
                  </a:lnTo>
                  <a:lnTo>
                    <a:pt x="59985" y="28244"/>
                  </a:lnTo>
                  <a:lnTo>
                    <a:pt x="28268" y="59938"/>
                  </a:lnTo>
                  <a:lnTo>
                    <a:pt x="7469" y="100136"/>
                  </a:lnTo>
                  <a:lnTo>
                    <a:pt x="0" y="146431"/>
                  </a:lnTo>
                  <a:lnTo>
                    <a:pt x="0" y="1691766"/>
                  </a:lnTo>
                  <a:lnTo>
                    <a:pt x="7469" y="1738074"/>
                  </a:lnTo>
                  <a:lnTo>
                    <a:pt x="28268" y="1778303"/>
                  </a:lnTo>
                  <a:lnTo>
                    <a:pt x="59985" y="1810035"/>
                  </a:lnTo>
                  <a:lnTo>
                    <a:pt x="100206" y="1830849"/>
                  </a:lnTo>
                  <a:lnTo>
                    <a:pt x="146519" y="1838325"/>
                  </a:lnTo>
                  <a:lnTo>
                    <a:pt x="6178105" y="1838325"/>
                  </a:lnTo>
                  <a:lnTo>
                    <a:pt x="6224412" y="1830849"/>
                  </a:lnTo>
                  <a:lnTo>
                    <a:pt x="6264642" y="1810035"/>
                  </a:lnTo>
                  <a:lnTo>
                    <a:pt x="6296373" y="1778303"/>
                  </a:lnTo>
                  <a:lnTo>
                    <a:pt x="6317187" y="1738074"/>
                  </a:lnTo>
                  <a:lnTo>
                    <a:pt x="6324663" y="1691766"/>
                  </a:lnTo>
                  <a:lnTo>
                    <a:pt x="6324663" y="146431"/>
                  </a:lnTo>
                  <a:lnTo>
                    <a:pt x="6317187" y="100136"/>
                  </a:lnTo>
                  <a:lnTo>
                    <a:pt x="6296373" y="59938"/>
                  </a:lnTo>
                  <a:lnTo>
                    <a:pt x="6264642" y="28244"/>
                  </a:lnTo>
                  <a:lnTo>
                    <a:pt x="6224412" y="7462"/>
                  </a:lnTo>
                  <a:lnTo>
                    <a:pt x="617810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71537" y="2748025"/>
              <a:ext cx="6325235" cy="1838325"/>
            </a:xfrm>
            <a:custGeom>
              <a:avLst/>
              <a:gdLst/>
              <a:ahLst/>
              <a:cxnLst/>
              <a:rect l="l" t="t" r="r" b="b"/>
              <a:pathLst>
                <a:path w="6325234" h="1838325">
                  <a:moveTo>
                    <a:pt x="0" y="146431"/>
                  </a:moveTo>
                  <a:lnTo>
                    <a:pt x="7469" y="100136"/>
                  </a:lnTo>
                  <a:lnTo>
                    <a:pt x="28268" y="59938"/>
                  </a:lnTo>
                  <a:lnTo>
                    <a:pt x="59985" y="28244"/>
                  </a:lnTo>
                  <a:lnTo>
                    <a:pt x="100206" y="7462"/>
                  </a:lnTo>
                  <a:lnTo>
                    <a:pt x="146519" y="0"/>
                  </a:lnTo>
                  <a:lnTo>
                    <a:pt x="6178105" y="0"/>
                  </a:lnTo>
                  <a:lnTo>
                    <a:pt x="6224412" y="7462"/>
                  </a:lnTo>
                  <a:lnTo>
                    <a:pt x="6264642" y="28244"/>
                  </a:lnTo>
                  <a:lnTo>
                    <a:pt x="6296373" y="59938"/>
                  </a:lnTo>
                  <a:lnTo>
                    <a:pt x="6317187" y="100136"/>
                  </a:lnTo>
                  <a:lnTo>
                    <a:pt x="6324663" y="146431"/>
                  </a:lnTo>
                  <a:lnTo>
                    <a:pt x="6324663" y="1691766"/>
                  </a:lnTo>
                  <a:lnTo>
                    <a:pt x="6317187" y="1738074"/>
                  </a:lnTo>
                  <a:lnTo>
                    <a:pt x="6296373" y="1778303"/>
                  </a:lnTo>
                  <a:lnTo>
                    <a:pt x="6264642" y="1810035"/>
                  </a:lnTo>
                  <a:lnTo>
                    <a:pt x="6224412" y="1830849"/>
                  </a:lnTo>
                  <a:lnTo>
                    <a:pt x="6178105" y="1838325"/>
                  </a:lnTo>
                  <a:lnTo>
                    <a:pt x="146519" y="1838325"/>
                  </a:lnTo>
                  <a:lnTo>
                    <a:pt x="100206" y="1830849"/>
                  </a:lnTo>
                  <a:lnTo>
                    <a:pt x="59985" y="1810035"/>
                  </a:lnTo>
                  <a:lnTo>
                    <a:pt x="28268" y="1778303"/>
                  </a:lnTo>
                  <a:lnTo>
                    <a:pt x="7469" y="1738074"/>
                  </a:lnTo>
                  <a:lnTo>
                    <a:pt x="0" y="1691766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5F5F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38200" y="2743199"/>
              <a:ext cx="114300" cy="1838325"/>
            </a:xfrm>
            <a:custGeom>
              <a:avLst/>
              <a:gdLst/>
              <a:ahLst/>
              <a:cxnLst/>
              <a:rect l="l" t="t" r="r" b="b"/>
              <a:pathLst>
                <a:path w="114300" h="1838325">
                  <a:moveTo>
                    <a:pt x="57150" y="0"/>
                  </a:moveTo>
                  <a:lnTo>
                    <a:pt x="34906" y="4482"/>
                  </a:lnTo>
                  <a:lnTo>
                    <a:pt x="16740" y="16716"/>
                  </a:lnTo>
                  <a:lnTo>
                    <a:pt x="4491" y="34879"/>
                  </a:lnTo>
                  <a:lnTo>
                    <a:pt x="0" y="57150"/>
                  </a:lnTo>
                  <a:lnTo>
                    <a:pt x="0" y="1781175"/>
                  </a:lnTo>
                  <a:lnTo>
                    <a:pt x="4491" y="1803445"/>
                  </a:lnTo>
                  <a:lnTo>
                    <a:pt x="16740" y="1821608"/>
                  </a:lnTo>
                  <a:lnTo>
                    <a:pt x="34906" y="1833842"/>
                  </a:lnTo>
                  <a:lnTo>
                    <a:pt x="57150" y="1838325"/>
                  </a:lnTo>
                  <a:lnTo>
                    <a:pt x="79393" y="1833842"/>
                  </a:lnTo>
                  <a:lnTo>
                    <a:pt x="97559" y="1821608"/>
                  </a:lnTo>
                  <a:lnTo>
                    <a:pt x="109808" y="1803445"/>
                  </a:lnTo>
                  <a:lnTo>
                    <a:pt x="114300" y="1781175"/>
                  </a:lnTo>
                  <a:lnTo>
                    <a:pt x="114300" y="57150"/>
                  </a:lnTo>
                  <a:lnTo>
                    <a:pt x="109808" y="34879"/>
                  </a:lnTo>
                  <a:lnTo>
                    <a:pt x="97559" y="16716"/>
                  </a:lnTo>
                  <a:lnTo>
                    <a:pt x="79393" y="4482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20787" y="2994723"/>
            <a:ext cx="4899025" cy="1270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Слишком</a:t>
            </a:r>
            <a:r>
              <a:rPr dirty="0" sz="2150" spc="-7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много</a:t>
            </a:r>
            <a:r>
              <a:rPr dirty="0" sz="2150" spc="-6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рекламы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1035"/>
              </a:spcBef>
            </a:pPr>
            <a:r>
              <a:rPr dirty="0" sz="1850" spc="140">
                <a:solidFill>
                  <a:srgbClr val="D6D3CC"/>
                </a:solidFill>
                <a:latin typeface="Trebuchet MS"/>
                <a:cs typeface="Trebuchet MS"/>
              </a:rPr>
              <a:t>На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больших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сайтах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D6D3CC"/>
                </a:solidFill>
                <a:latin typeface="Trebuchet MS"/>
                <a:cs typeface="Trebuchet MS"/>
              </a:rPr>
              <a:t>реклама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отвлекает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от </a:t>
            </a:r>
            <a:r>
              <a:rPr dirty="0" sz="1850" spc="114">
                <a:solidFill>
                  <a:srgbClr val="D6D3CC"/>
                </a:solidFill>
                <a:latin typeface="Trebuchet MS"/>
                <a:cs typeface="Trebuchet MS"/>
              </a:rPr>
              <a:t>просмотра</a:t>
            </a:r>
            <a:r>
              <a:rPr dirty="0" sz="185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контента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410450" y="2732785"/>
            <a:ext cx="6373495" cy="1868805"/>
            <a:chOff x="7410450" y="2732785"/>
            <a:chExt cx="6373495" cy="1868805"/>
          </a:xfrm>
        </p:grpSpPr>
        <p:sp>
          <p:nvSpPr>
            <p:cNvPr id="12" name="object 12" descr=""/>
            <p:cNvSpPr/>
            <p:nvPr/>
          </p:nvSpPr>
          <p:spPr>
            <a:xfrm>
              <a:off x="7443851" y="2748025"/>
              <a:ext cx="6324600" cy="1838325"/>
            </a:xfrm>
            <a:custGeom>
              <a:avLst/>
              <a:gdLst/>
              <a:ahLst/>
              <a:cxnLst/>
              <a:rect l="l" t="t" r="r" b="b"/>
              <a:pathLst>
                <a:path w="6324600" h="1838325">
                  <a:moveTo>
                    <a:pt x="6178041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1691766"/>
                  </a:lnTo>
                  <a:lnTo>
                    <a:pt x="7462" y="1738074"/>
                  </a:lnTo>
                  <a:lnTo>
                    <a:pt x="28244" y="1778303"/>
                  </a:lnTo>
                  <a:lnTo>
                    <a:pt x="59938" y="1810035"/>
                  </a:lnTo>
                  <a:lnTo>
                    <a:pt x="100136" y="1830849"/>
                  </a:lnTo>
                  <a:lnTo>
                    <a:pt x="146430" y="1838325"/>
                  </a:lnTo>
                  <a:lnTo>
                    <a:pt x="6178041" y="1838325"/>
                  </a:lnTo>
                  <a:lnTo>
                    <a:pt x="6224349" y="1830849"/>
                  </a:lnTo>
                  <a:lnTo>
                    <a:pt x="6264578" y="1810035"/>
                  </a:lnTo>
                  <a:lnTo>
                    <a:pt x="6296310" y="1778303"/>
                  </a:lnTo>
                  <a:lnTo>
                    <a:pt x="6317124" y="1738074"/>
                  </a:lnTo>
                  <a:lnTo>
                    <a:pt x="6324600" y="1691766"/>
                  </a:lnTo>
                  <a:lnTo>
                    <a:pt x="6324600" y="146431"/>
                  </a:lnTo>
                  <a:lnTo>
                    <a:pt x="6317124" y="100136"/>
                  </a:lnTo>
                  <a:lnTo>
                    <a:pt x="6296310" y="59938"/>
                  </a:lnTo>
                  <a:lnTo>
                    <a:pt x="6264578" y="28244"/>
                  </a:lnTo>
                  <a:lnTo>
                    <a:pt x="6224349" y="7462"/>
                  </a:lnTo>
                  <a:lnTo>
                    <a:pt x="6178041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43851" y="2748025"/>
              <a:ext cx="6324600" cy="1838325"/>
            </a:xfrm>
            <a:custGeom>
              <a:avLst/>
              <a:gdLst/>
              <a:ahLst/>
              <a:cxnLst/>
              <a:rect l="l" t="t" r="r" b="b"/>
              <a:pathLst>
                <a:path w="6324600" h="1838325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0" y="0"/>
                  </a:lnTo>
                  <a:lnTo>
                    <a:pt x="6178041" y="0"/>
                  </a:lnTo>
                  <a:lnTo>
                    <a:pt x="6224349" y="7462"/>
                  </a:lnTo>
                  <a:lnTo>
                    <a:pt x="6264578" y="28244"/>
                  </a:lnTo>
                  <a:lnTo>
                    <a:pt x="6296310" y="59938"/>
                  </a:lnTo>
                  <a:lnTo>
                    <a:pt x="6317124" y="100136"/>
                  </a:lnTo>
                  <a:lnTo>
                    <a:pt x="6324600" y="146431"/>
                  </a:lnTo>
                  <a:lnTo>
                    <a:pt x="6324600" y="1691766"/>
                  </a:lnTo>
                  <a:lnTo>
                    <a:pt x="6317124" y="1738074"/>
                  </a:lnTo>
                  <a:lnTo>
                    <a:pt x="6296310" y="1778303"/>
                  </a:lnTo>
                  <a:lnTo>
                    <a:pt x="6264578" y="1810035"/>
                  </a:lnTo>
                  <a:lnTo>
                    <a:pt x="6224349" y="1830849"/>
                  </a:lnTo>
                  <a:lnTo>
                    <a:pt x="6178041" y="1838325"/>
                  </a:lnTo>
                  <a:lnTo>
                    <a:pt x="146430" y="1838325"/>
                  </a:lnTo>
                  <a:lnTo>
                    <a:pt x="100136" y="1830849"/>
                  </a:lnTo>
                  <a:lnTo>
                    <a:pt x="59938" y="1810035"/>
                  </a:lnTo>
                  <a:lnTo>
                    <a:pt x="28244" y="1778303"/>
                  </a:lnTo>
                  <a:lnTo>
                    <a:pt x="7462" y="1738074"/>
                  </a:lnTo>
                  <a:lnTo>
                    <a:pt x="0" y="1691766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5F5F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10450" y="2743199"/>
              <a:ext cx="123825" cy="1838325"/>
            </a:xfrm>
            <a:custGeom>
              <a:avLst/>
              <a:gdLst/>
              <a:ahLst/>
              <a:cxnLst/>
              <a:rect l="l" t="t" r="r" b="b"/>
              <a:pathLst>
                <a:path w="123825" h="1838325">
                  <a:moveTo>
                    <a:pt x="61975" y="0"/>
                  </a:moveTo>
                  <a:lnTo>
                    <a:pt x="37826" y="4861"/>
                  </a:lnTo>
                  <a:lnTo>
                    <a:pt x="18129" y="18129"/>
                  </a:lnTo>
                  <a:lnTo>
                    <a:pt x="4861" y="37826"/>
                  </a:lnTo>
                  <a:lnTo>
                    <a:pt x="0" y="61975"/>
                  </a:lnTo>
                  <a:lnTo>
                    <a:pt x="25" y="1776476"/>
                  </a:lnTo>
                  <a:lnTo>
                    <a:pt x="4897" y="1800552"/>
                  </a:lnTo>
                  <a:lnTo>
                    <a:pt x="18152" y="1820211"/>
                  </a:lnTo>
                  <a:lnTo>
                    <a:pt x="37835" y="1833465"/>
                  </a:lnTo>
                  <a:lnTo>
                    <a:pt x="61849" y="1838325"/>
                  </a:lnTo>
                  <a:lnTo>
                    <a:pt x="85998" y="1833465"/>
                  </a:lnTo>
                  <a:lnTo>
                    <a:pt x="105695" y="1820211"/>
                  </a:lnTo>
                  <a:lnTo>
                    <a:pt x="118963" y="1800552"/>
                  </a:lnTo>
                  <a:lnTo>
                    <a:pt x="123825" y="1776476"/>
                  </a:lnTo>
                  <a:lnTo>
                    <a:pt x="123825" y="61975"/>
                  </a:lnTo>
                  <a:lnTo>
                    <a:pt x="118965" y="37826"/>
                  </a:lnTo>
                  <a:lnTo>
                    <a:pt x="105711" y="18129"/>
                  </a:lnTo>
                  <a:lnTo>
                    <a:pt x="86052" y="4861"/>
                  </a:lnTo>
                  <a:lnTo>
                    <a:pt x="61975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799705" y="2994723"/>
            <a:ext cx="5248275" cy="1270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Заказные</a:t>
            </a:r>
            <a:r>
              <a:rPr dirty="0" sz="2150" spc="-9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отзывы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1035"/>
              </a:spcBef>
            </a:pP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Отзывы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часто</a:t>
            </a:r>
            <a:r>
              <a:rPr dirty="0" sz="18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необъективные</a:t>
            </a:r>
            <a:r>
              <a:rPr dirty="0" sz="1850" spc="-1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написаны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D6D3CC"/>
                </a:solidFill>
                <a:latin typeface="Trebuchet MS"/>
                <a:cs typeface="Trebuchet MS"/>
              </a:rPr>
              <a:t>по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заказу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38200" y="4818760"/>
            <a:ext cx="6373495" cy="1868805"/>
            <a:chOff x="838200" y="4818760"/>
            <a:chExt cx="6373495" cy="1868805"/>
          </a:xfrm>
        </p:grpSpPr>
        <p:sp>
          <p:nvSpPr>
            <p:cNvPr id="17" name="object 17" descr=""/>
            <p:cNvSpPr/>
            <p:nvPr/>
          </p:nvSpPr>
          <p:spPr>
            <a:xfrm>
              <a:off x="871537" y="4834000"/>
              <a:ext cx="6325235" cy="1838325"/>
            </a:xfrm>
            <a:custGeom>
              <a:avLst/>
              <a:gdLst/>
              <a:ahLst/>
              <a:cxnLst/>
              <a:rect l="l" t="t" r="r" b="b"/>
              <a:pathLst>
                <a:path w="6325234" h="1838325">
                  <a:moveTo>
                    <a:pt x="6178105" y="0"/>
                  </a:moveTo>
                  <a:lnTo>
                    <a:pt x="146519" y="0"/>
                  </a:lnTo>
                  <a:lnTo>
                    <a:pt x="100206" y="7462"/>
                  </a:lnTo>
                  <a:lnTo>
                    <a:pt x="59985" y="28244"/>
                  </a:lnTo>
                  <a:lnTo>
                    <a:pt x="28268" y="59938"/>
                  </a:lnTo>
                  <a:lnTo>
                    <a:pt x="7469" y="100136"/>
                  </a:lnTo>
                  <a:lnTo>
                    <a:pt x="0" y="146431"/>
                  </a:lnTo>
                  <a:lnTo>
                    <a:pt x="0" y="1691767"/>
                  </a:lnTo>
                  <a:lnTo>
                    <a:pt x="7469" y="1738074"/>
                  </a:lnTo>
                  <a:lnTo>
                    <a:pt x="28268" y="1778303"/>
                  </a:lnTo>
                  <a:lnTo>
                    <a:pt x="59985" y="1810035"/>
                  </a:lnTo>
                  <a:lnTo>
                    <a:pt x="100206" y="1830849"/>
                  </a:lnTo>
                  <a:lnTo>
                    <a:pt x="146519" y="1838325"/>
                  </a:lnTo>
                  <a:lnTo>
                    <a:pt x="6178105" y="1838325"/>
                  </a:lnTo>
                  <a:lnTo>
                    <a:pt x="6224412" y="1830849"/>
                  </a:lnTo>
                  <a:lnTo>
                    <a:pt x="6264642" y="1810035"/>
                  </a:lnTo>
                  <a:lnTo>
                    <a:pt x="6296373" y="1778303"/>
                  </a:lnTo>
                  <a:lnTo>
                    <a:pt x="6317187" y="1738074"/>
                  </a:lnTo>
                  <a:lnTo>
                    <a:pt x="6324663" y="1691767"/>
                  </a:lnTo>
                  <a:lnTo>
                    <a:pt x="6324663" y="146431"/>
                  </a:lnTo>
                  <a:lnTo>
                    <a:pt x="6317187" y="100136"/>
                  </a:lnTo>
                  <a:lnTo>
                    <a:pt x="6296373" y="59938"/>
                  </a:lnTo>
                  <a:lnTo>
                    <a:pt x="6264642" y="28244"/>
                  </a:lnTo>
                  <a:lnTo>
                    <a:pt x="6224412" y="7462"/>
                  </a:lnTo>
                  <a:lnTo>
                    <a:pt x="617810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71537" y="4834000"/>
              <a:ext cx="6325235" cy="1838325"/>
            </a:xfrm>
            <a:custGeom>
              <a:avLst/>
              <a:gdLst/>
              <a:ahLst/>
              <a:cxnLst/>
              <a:rect l="l" t="t" r="r" b="b"/>
              <a:pathLst>
                <a:path w="6325234" h="1838325">
                  <a:moveTo>
                    <a:pt x="0" y="146431"/>
                  </a:moveTo>
                  <a:lnTo>
                    <a:pt x="7469" y="100136"/>
                  </a:lnTo>
                  <a:lnTo>
                    <a:pt x="28268" y="59938"/>
                  </a:lnTo>
                  <a:lnTo>
                    <a:pt x="59985" y="28244"/>
                  </a:lnTo>
                  <a:lnTo>
                    <a:pt x="100206" y="7462"/>
                  </a:lnTo>
                  <a:lnTo>
                    <a:pt x="146519" y="0"/>
                  </a:lnTo>
                  <a:lnTo>
                    <a:pt x="6178105" y="0"/>
                  </a:lnTo>
                  <a:lnTo>
                    <a:pt x="6224412" y="7462"/>
                  </a:lnTo>
                  <a:lnTo>
                    <a:pt x="6264642" y="28244"/>
                  </a:lnTo>
                  <a:lnTo>
                    <a:pt x="6296373" y="59938"/>
                  </a:lnTo>
                  <a:lnTo>
                    <a:pt x="6317187" y="100136"/>
                  </a:lnTo>
                  <a:lnTo>
                    <a:pt x="6324663" y="146431"/>
                  </a:lnTo>
                  <a:lnTo>
                    <a:pt x="6324663" y="1691767"/>
                  </a:lnTo>
                  <a:lnTo>
                    <a:pt x="6317187" y="1738074"/>
                  </a:lnTo>
                  <a:lnTo>
                    <a:pt x="6296373" y="1778303"/>
                  </a:lnTo>
                  <a:lnTo>
                    <a:pt x="6264642" y="1810035"/>
                  </a:lnTo>
                  <a:lnTo>
                    <a:pt x="6224412" y="1830849"/>
                  </a:lnTo>
                  <a:lnTo>
                    <a:pt x="6178105" y="1838325"/>
                  </a:lnTo>
                  <a:lnTo>
                    <a:pt x="146519" y="1838325"/>
                  </a:lnTo>
                  <a:lnTo>
                    <a:pt x="100206" y="1830849"/>
                  </a:lnTo>
                  <a:lnTo>
                    <a:pt x="59985" y="1810035"/>
                  </a:lnTo>
                  <a:lnTo>
                    <a:pt x="28268" y="1778303"/>
                  </a:lnTo>
                  <a:lnTo>
                    <a:pt x="7469" y="1738074"/>
                  </a:lnTo>
                  <a:lnTo>
                    <a:pt x="0" y="1691767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5F5F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200" y="4829174"/>
              <a:ext cx="114300" cy="1838325"/>
            </a:xfrm>
            <a:custGeom>
              <a:avLst/>
              <a:gdLst/>
              <a:ahLst/>
              <a:cxnLst/>
              <a:rect l="l" t="t" r="r" b="b"/>
              <a:pathLst>
                <a:path w="114300" h="1838325">
                  <a:moveTo>
                    <a:pt x="57150" y="0"/>
                  </a:moveTo>
                  <a:lnTo>
                    <a:pt x="34906" y="4482"/>
                  </a:lnTo>
                  <a:lnTo>
                    <a:pt x="16740" y="16716"/>
                  </a:lnTo>
                  <a:lnTo>
                    <a:pt x="4491" y="34879"/>
                  </a:lnTo>
                  <a:lnTo>
                    <a:pt x="0" y="57150"/>
                  </a:lnTo>
                  <a:lnTo>
                    <a:pt x="0" y="1781175"/>
                  </a:lnTo>
                  <a:lnTo>
                    <a:pt x="4491" y="1803445"/>
                  </a:lnTo>
                  <a:lnTo>
                    <a:pt x="16740" y="1821608"/>
                  </a:lnTo>
                  <a:lnTo>
                    <a:pt x="34906" y="1833842"/>
                  </a:lnTo>
                  <a:lnTo>
                    <a:pt x="57150" y="1838325"/>
                  </a:lnTo>
                  <a:lnTo>
                    <a:pt x="79393" y="1833842"/>
                  </a:lnTo>
                  <a:lnTo>
                    <a:pt x="97559" y="1821608"/>
                  </a:lnTo>
                  <a:lnTo>
                    <a:pt x="109808" y="1803445"/>
                  </a:lnTo>
                  <a:lnTo>
                    <a:pt x="114300" y="1781175"/>
                  </a:lnTo>
                  <a:lnTo>
                    <a:pt x="114300" y="57150"/>
                  </a:lnTo>
                  <a:lnTo>
                    <a:pt x="109808" y="34879"/>
                  </a:lnTo>
                  <a:lnTo>
                    <a:pt x="97559" y="16716"/>
                  </a:lnTo>
                  <a:lnTo>
                    <a:pt x="79393" y="4482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20787" y="5079428"/>
            <a:ext cx="5624195" cy="127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Нет</a:t>
            </a:r>
            <a:r>
              <a:rPr dirty="0" sz="2150" spc="-10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простого</a:t>
            </a:r>
            <a:r>
              <a:rPr dirty="0" sz="2150" spc="-6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русского</a:t>
            </a:r>
            <a:r>
              <a:rPr dirty="0" sz="2150" spc="-6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20" b="1">
                <a:solidFill>
                  <a:srgbClr val="D6D3CC"/>
                </a:solidFill>
                <a:latin typeface="Calibri"/>
                <a:cs typeface="Calibri"/>
              </a:rPr>
              <a:t>сайта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1035"/>
              </a:spcBef>
            </a:pP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Отсутствует</a:t>
            </a:r>
            <a:r>
              <a:rPr dirty="0" sz="1850" spc="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удобная</a:t>
            </a:r>
            <a:r>
              <a:rPr dirty="0" sz="1850" spc="1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площадка</a:t>
            </a:r>
            <a:r>
              <a:rPr dirty="0" sz="185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спокойного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обсуждения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фильмов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410450" y="4818760"/>
            <a:ext cx="6373495" cy="1868805"/>
            <a:chOff x="7410450" y="4818760"/>
            <a:chExt cx="6373495" cy="1868805"/>
          </a:xfrm>
        </p:grpSpPr>
        <p:sp>
          <p:nvSpPr>
            <p:cNvPr id="22" name="object 22" descr=""/>
            <p:cNvSpPr/>
            <p:nvPr/>
          </p:nvSpPr>
          <p:spPr>
            <a:xfrm>
              <a:off x="7443851" y="4834000"/>
              <a:ext cx="6324600" cy="1838325"/>
            </a:xfrm>
            <a:custGeom>
              <a:avLst/>
              <a:gdLst/>
              <a:ahLst/>
              <a:cxnLst/>
              <a:rect l="l" t="t" r="r" b="b"/>
              <a:pathLst>
                <a:path w="6324600" h="1838325">
                  <a:moveTo>
                    <a:pt x="6178041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1"/>
                  </a:lnTo>
                  <a:lnTo>
                    <a:pt x="0" y="1691767"/>
                  </a:lnTo>
                  <a:lnTo>
                    <a:pt x="7462" y="1738074"/>
                  </a:lnTo>
                  <a:lnTo>
                    <a:pt x="28244" y="1778303"/>
                  </a:lnTo>
                  <a:lnTo>
                    <a:pt x="59938" y="1810035"/>
                  </a:lnTo>
                  <a:lnTo>
                    <a:pt x="100136" y="1830849"/>
                  </a:lnTo>
                  <a:lnTo>
                    <a:pt x="146430" y="1838325"/>
                  </a:lnTo>
                  <a:lnTo>
                    <a:pt x="6178041" y="1838325"/>
                  </a:lnTo>
                  <a:lnTo>
                    <a:pt x="6224349" y="1830849"/>
                  </a:lnTo>
                  <a:lnTo>
                    <a:pt x="6264578" y="1810035"/>
                  </a:lnTo>
                  <a:lnTo>
                    <a:pt x="6296310" y="1778303"/>
                  </a:lnTo>
                  <a:lnTo>
                    <a:pt x="6317124" y="1738074"/>
                  </a:lnTo>
                  <a:lnTo>
                    <a:pt x="6324600" y="1691767"/>
                  </a:lnTo>
                  <a:lnTo>
                    <a:pt x="6324600" y="146431"/>
                  </a:lnTo>
                  <a:lnTo>
                    <a:pt x="6317124" y="100136"/>
                  </a:lnTo>
                  <a:lnTo>
                    <a:pt x="6296310" y="59938"/>
                  </a:lnTo>
                  <a:lnTo>
                    <a:pt x="6264578" y="28244"/>
                  </a:lnTo>
                  <a:lnTo>
                    <a:pt x="6224349" y="7462"/>
                  </a:lnTo>
                  <a:lnTo>
                    <a:pt x="6178041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443851" y="4834000"/>
              <a:ext cx="6324600" cy="1838325"/>
            </a:xfrm>
            <a:custGeom>
              <a:avLst/>
              <a:gdLst/>
              <a:ahLst/>
              <a:cxnLst/>
              <a:rect l="l" t="t" r="r" b="b"/>
              <a:pathLst>
                <a:path w="6324600" h="1838325">
                  <a:moveTo>
                    <a:pt x="0" y="146431"/>
                  </a:moveTo>
                  <a:lnTo>
                    <a:pt x="7462" y="100136"/>
                  </a:lnTo>
                  <a:lnTo>
                    <a:pt x="28244" y="59938"/>
                  </a:lnTo>
                  <a:lnTo>
                    <a:pt x="59938" y="28244"/>
                  </a:lnTo>
                  <a:lnTo>
                    <a:pt x="100136" y="7462"/>
                  </a:lnTo>
                  <a:lnTo>
                    <a:pt x="146430" y="0"/>
                  </a:lnTo>
                  <a:lnTo>
                    <a:pt x="6178041" y="0"/>
                  </a:lnTo>
                  <a:lnTo>
                    <a:pt x="6224349" y="7462"/>
                  </a:lnTo>
                  <a:lnTo>
                    <a:pt x="6264578" y="28244"/>
                  </a:lnTo>
                  <a:lnTo>
                    <a:pt x="6296310" y="59938"/>
                  </a:lnTo>
                  <a:lnTo>
                    <a:pt x="6317124" y="100136"/>
                  </a:lnTo>
                  <a:lnTo>
                    <a:pt x="6324600" y="146431"/>
                  </a:lnTo>
                  <a:lnTo>
                    <a:pt x="6324600" y="1691767"/>
                  </a:lnTo>
                  <a:lnTo>
                    <a:pt x="6317124" y="1738074"/>
                  </a:lnTo>
                  <a:lnTo>
                    <a:pt x="6296310" y="1778303"/>
                  </a:lnTo>
                  <a:lnTo>
                    <a:pt x="6264578" y="1810035"/>
                  </a:lnTo>
                  <a:lnTo>
                    <a:pt x="6224349" y="1830849"/>
                  </a:lnTo>
                  <a:lnTo>
                    <a:pt x="6178041" y="1838325"/>
                  </a:lnTo>
                  <a:lnTo>
                    <a:pt x="146430" y="1838325"/>
                  </a:lnTo>
                  <a:lnTo>
                    <a:pt x="100136" y="1830849"/>
                  </a:lnTo>
                  <a:lnTo>
                    <a:pt x="59938" y="1810035"/>
                  </a:lnTo>
                  <a:lnTo>
                    <a:pt x="28244" y="1778303"/>
                  </a:lnTo>
                  <a:lnTo>
                    <a:pt x="7462" y="1738074"/>
                  </a:lnTo>
                  <a:lnTo>
                    <a:pt x="0" y="1691767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5F5F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410450" y="4829174"/>
              <a:ext cx="123825" cy="1838325"/>
            </a:xfrm>
            <a:custGeom>
              <a:avLst/>
              <a:gdLst/>
              <a:ahLst/>
              <a:cxnLst/>
              <a:rect l="l" t="t" r="r" b="b"/>
              <a:pathLst>
                <a:path w="123825" h="1838325">
                  <a:moveTo>
                    <a:pt x="61975" y="0"/>
                  </a:moveTo>
                  <a:lnTo>
                    <a:pt x="37826" y="4861"/>
                  </a:lnTo>
                  <a:lnTo>
                    <a:pt x="18129" y="18129"/>
                  </a:lnTo>
                  <a:lnTo>
                    <a:pt x="4861" y="37826"/>
                  </a:lnTo>
                  <a:lnTo>
                    <a:pt x="0" y="61975"/>
                  </a:lnTo>
                  <a:lnTo>
                    <a:pt x="0" y="1776476"/>
                  </a:lnTo>
                  <a:lnTo>
                    <a:pt x="4861" y="1800552"/>
                  </a:lnTo>
                  <a:lnTo>
                    <a:pt x="18129" y="1820211"/>
                  </a:lnTo>
                  <a:lnTo>
                    <a:pt x="37826" y="1833465"/>
                  </a:lnTo>
                  <a:lnTo>
                    <a:pt x="61849" y="1838325"/>
                  </a:lnTo>
                  <a:lnTo>
                    <a:pt x="85998" y="1833465"/>
                  </a:lnTo>
                  <a:lnTo>
                    <a:pt x="105695" y="1820211"/>
                  </a:lnTo>
                  <a:lnTo>
                    <a:pt x="118963" y="1800552"/>
                  </a:lnTo>
                  <a:lnTo>
                    <a:pt x="123825" y="1776476"/>
                  </a:lnTo>
                  <a:lnTo>
                    <a:pt x="123825" y="61975"/>
                  </a:lnTo>
                  <a:lnTo>
                    <a:pt x="118965" y="37826"/>
                  </a:lnTo>
                  <a:lnTo>
                    <a:pt x="105711" y="18129"/>
                  </a:lnTo>
                  <a:lnTo>
                    <a:pt x="86052" y="4861"/>
                  </a:lnTo>
                  <a:lnTo>
                    <a:pt x="61975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799705" y="5079428"/>
            <a:ext cx="5596890" cy="127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Сложный</a:t>
            </a:r>
            <a:r>
              <a:rPr dirty="0" sz="2150" spc="-6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интерфейс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1035"/>
              </a:spcBef>
            </a:pP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Хочется,</a:t>
            </a:r>
            <a:r>
              <a:rPr dirty="0" sz="1850" spc="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чтобы</a:t>
            </a:r>
            <a:r>
              <a:rPr dirty="0" sz="1850" spc="-1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было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D6D3CC"/>
                </a:solidFill>
                <a:latin typeface="Trebuchet MS"/>
                <a:cs typeface="Trebuchet MS"/>
              </a:rPr>
              <a:t>понятно</a:t>
            </a:r>
            <a:r>
              <a:rPr dirty="0" sz="18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не</a:t>
            </a:r>
            <a:r>
              <a:rPr dirty="0" sz="1850" spc="-3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приходилось </a:t>
            </a:r>
            <a:r>
              <a:rPr dirty="0" sz="1850" spc="65">
                <a:solidFill>
                  <a:srgbClr val="D6D3CC"/>
                </a:solidFill>
                <a:latin typeface="Trebuchet MS"/>
                <a:cs typeface="Trebuchet MS"/>
              </a:rPr>
              <a:t>долго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разбираться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437437"/>
            <a:ext cx="2517775" cy="798830"/>
            <a:chOff x="12047601" y="7437437"/>
            <a:chExt cx="2517775" cy="79883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0"/>
                  </a:moveTo>
                  <a:lnTo>
                    <a:pt x="0" y="0"/>
                  </a:lnTo>
                  <a:lnTo>
                    <a:pt x="0" y="785812"/>
                  </a:lnTo>
                  <a:lnTo>
                    <a:pt x="2505075" y="785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443787"/>
              <a:ext cx="2505075" cy="786130"/>
            </a:xfrm>
            <a:custGeom>
              <a:avLst/>
              <a:gdLst/>
              <a:ahLst/>
              <a:cxnLst/>
              <a:rect l="l" t="t" r="r" b="b"/>
              <a:pathLst>
                <a:path w="2505075" h="786129">
                  <a:moveTo>
                    <a:pt x="2505075" y="785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785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1852" y="1267205"/>
            <a:ext cx="273939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-20"/>
              <a:t>Технологии</a:t>
            </a:r>
            <a:endParaRPr sz="4250"/>
          </a:p>
        </p:txBody>
      </p:sp>
      <p:grpSp>
        <p:nvGrpSpPr>
          <p:cNvPr id="6" name="object 6" descr=""/>
          <p:cNvGrpSpPr/>
          <p:nvPr/>
        </p:nvGrpSpPr>
        <p:grpSpPr>
          <a:xfrm>
            <a:off x="879677" y="2617531"/>
            <a:ext cx="593725" cy="356235"/>
            <a:chOff x="879677" y="2617531"/>
            <a:chExt cx="593725" cy="356235"/>
          </a:xfrm>
        </p:grpSpPr>
        <p:sp>
          <p:nvSpPr>
            <p:cNvPr id="7" name="object 7" descr=""/>
            <p:cNvSpPr/>
            <p:nvPr/>
          </p:nvSpPr>
          <p:spPr>
            <a:xfrm>
              <a:off x="1407948" y="2897313"/>
              <a:ext cx="52705" cy="64135"/>
            </a:xfrm>
            <a:custGeom>
              <a:avLst/>
              <a:gdLst/>
              <a:ahLst/>
              <a:cxnLst/>
              <a:rect l="l" t="t" r="r" b="b"/>
              <a:pathLst>
                <a:path w="52705" h="64135">
                  <a:moveTo>
                    <a:pt x="0" y="63775"/>
                  </a:moveTo>
                  <a:lnTo>
                    <a:pt x="37997" y="49392"/>
                  </a:lnTo>
                  <a:lnTo>
                    <a:pt x="52266" y="11515"/>
                  </a:lnTo>
                  <a:lnTo>
                    <a:pt x="52501" y="0"/>
                  </a:lnTo>
                </a:path>
              </a:pathLst>
            </a:custGeom>
            <a:ln w="25167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2076" y="2617531"/>
              <a:ext cx="90828" cy="7391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677" y="2617579"/>
              <a:ext cx="76595" cy="8759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9767" y="2900885"/>
              <a:ext cx="88092" cy="7277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76832" y="2630155"/>
              <a:ext cx="231140" cy="331470"/>
            </a:xfrm>
            <a:custGeom>
              <a:avLst/>
              <a:gdLst/>
              <a:ahLst/>
              <a:cxnLst/>
              <a:rect l="l" t="t" r="r" b="b"/>
              <a:pathLst>
                <a:path w="231140" h="331469">
                  <a:moveTo>
                    <a:pt x="4244" y="330933"/>
                  </a:moveTo>
                  <a:lnTo>
                    <a:pt x="231115" y="330934"/>
                  </a:lnTo>
                </a:path>
                <a:path w="231140" h="331469">
                  <a:moveTo>
                    <a:pt x="0" y="330933"/>
                  </a:moveTo>
                  <a:lnTo>
                    <a:pt x="193" y="0"/>
                  </a:lnTo>
                </a:path>
              </a:pathLst>
            </a:custGeom>
            <a:ln w="25167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0915" y="2707549"/>
              <a:ext cx="154239" cy="18490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92261" y="2630115"/>
              <a:ext cx="568325" cy="331470"/>
            </a:xfrm>
            <a:custGeom>
              <a:avLst/>
              <a:gdLst/>
              <a:ahLst/>
              <a:cxnLst/>
              <a:rect l="l" t="t" r="r" b="b"/>
              <a:pathLst>
                <a:path w="568325" h="331469">
                  <a:moveTo>
                    <a:pt x="145339" y="87734"/>
                  </a:moveTo>
                  <a:lnTo>
                    <a:pt x="213932" y="248699"/>
                  </a:lnTo>
                </a:path>
                <a:path w="568325" h="331469">
                  <a:moveTo>
                    <a:pt x="192308" y="197076"/>
                  </a:moveTo>
                  <a:lnTo>
                    <a:pt x="101237" y="195441"/>
                  </a:lnTo>
                </a:path>
                <a:path w="568325" h="331469">
                  <a:moveTo>
                    <a:pt x="145339" y="87734"/>
                  </a:moveTo>
                  <a:lnTo>
                    <a:pt x="80056" y="246525"/>
                  </a:lnTo>
                </a:path>
                <a:path w="568325" h="331469">
                  <a:moveTo>
                    <a:pt x="568188" y="267198"/>
                  </a:moveTo>
                  <a:lnTo>
                    <a:pt x="568059" y="48747"/>
                  </a:lnTo>
                </a:path>
                <a:path w="568325" h="331469">
                  <a:moveTo>
                    <a:pt x="502398" y="0"/>
                  </a:moveTo>
                  <a:lnTo>
                    <a:pt x="51428" y="48"/>
                  </a:lnTo>
                </a:path>
                <a:path w="568325" h="331469">
                  <a:moveTo>
                    <a:pt x="0" y="62478"/>
                  </a:moveTo>
                  <a:lnTo>
                    <a:pt x="89" y="283353"/>
                  </a:lnTo>
                </a:path>
                <a:path w="568325" h="331469">
                  <a:moveTo>
                    <a:pt x="63015" y="330957"/>
                  </a:moveTo>
                  <a:lnTo>
                    <a:pt x="288815" y="330974"/>
                  </a:lnTo>
                </a:path>
                <a:path w="568325" h="331469">
                  <a:moveTo>
                    <a:pt x="417335" y="211250"/>
                  </a:moveTo>
                  <a:lnTo>
                    <a:pt x="356973" y="251019"/>
                  </a:lnTo>
                </a:path>
              </a:pathLst>
            </a:custGeom>
            <a:ln w="25167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778254" y="2457767"/>
            <a:ext cx="4165600" cy="127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Python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+ </a:t>
            </a:r>
            <a:r>
              <a:rPr dirty="0" sz="2150" spc="-20" b="1">
                <a:solidFill>
                  <a:srgbClr val="D6D3CC"/>
                </a:solidFill>
                <a:latin typeface="Calibri"/>
                <a:cs typeface="Calibri"/>
              </a:rPr>
              <a:t>Flask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700"/>
              </a:lnSpc>
              <a:spcBef>
                <a:spcPts val="1030"/>
              </a:spcBef>
            </a:pP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Язык</a:t>
            </a:r>
            <a:r>
              <a:rPr dirty="0" sz="18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Python</a:t>
            </a:r>
            <a:r>
              <a:rPr dirty="0" sz="1850" spc="-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фреймворк</a:t>
            </a:r>
            <a:r>
              <a:rPr dirty="0" sz="1850" spc="-1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Flask</a:t>
            </a:r>
            <a:r>
              <a:rPr dirty="0" sz="18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для </a:t>
            </a:r>
            <a:r>
              <a:rPr dirty="0" sz="1850" spc="110">
                <a:solidFill>
                  <a:srgbClr val="D6D3CC"/>
                </a:solidFill>
                <a:latin typeface="Trebuchet MS"/>
                <a:cs typeface="Trebuchet MS"/>
              </a:rPr>
              <a:t>серверной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D6D3CC"/>
                </a:solidFill>
                <a:latin typeface="Trebuchet MS"/>
                <a:cs typeface="Trebuchet MS"/>
              </a:rPr>
              <a:t>части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521662" y="2499157"/>
            <a:ext cx="511175" cy="593090"/>
            <a:chOff x="7521662" y="2499157"/>
            <a:chExt cx="511175" cy="59309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2132" y="2508436"/>
              <a:ext cx="159039" cy="12908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7535722" y="2881826"/>
              <a:ext cx="148590" cy="63500"/>
            </a:xfrm>
            <a:custGeom>
              <a:avLst/>
              <a:gdLst/>
              <a:ahLst/>
              <a:cxnLst/>
              <a:rect l="l" t="t" r="r" b="b"/>
              <a:pathLst>
                <a:path w="148590" h="63500">
                  <a:moveTo>
                    <a:pt x="148561" y="63421"/>
                  </a:moveTo>
                  <a:lnTo>
                    <a:pt x="96835" y="51780"/>
                  </a:lnTo>
                  <a:lnTo>
                    <a:pt x="52316" y="35349"/>
                  </a:lnTo>
                  <a:lnTo>
                    <a:pt x="16178" y="13341"/>
                  </a:lnTo>
                  <a:lnTo>
                    <a:pt x="8608" y="7183"/>
                  </a:lnTo>
                  <a:lnTo>
                    <a:pt x="0" y="0"/>
                  </a:lnTo>
                </a:path>
              </a:pathLst>
            </a:custGeom>
            <a:ln w="25155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7223" y="2513051"/>
              <a:ext cx="135466" cy="16319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3082" y="2968387"/>
              <a:ext cx="179616" cy="11817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7534240" y="2511735"/>
              <a:ext cx="486409" cy="568325"/>
            </a:xfrm>
            <a:custGeom>
              <a:avLst/>
              <a:gdLst/>
              <a:ahLst/>
              <a:cxnLst/>
              <a:rect l="l" t="t" r="r" b="b"/>
              <a:pathLst>
                <a:path w="486409" h="568325">
                  <a:moveTo>
                    <a:pt x="167519" y="563665"/>
                  </a:moveTo>
                  <a:lnTo>
                    <a:pt x="128614" y="557242"/>
                  </a:lnTo>
                  <a:lnTo>
                    <a:pt x="81454" y="544647"/>
                  </a:lnTo>
                  <a:lnTo>
                    <a:pt x="44049" y="528369"/>
                  </a:lnTo>
                  <a:lnTo>
                    <a:pt x="12307" y="504705"/>
                  </a:lnTo>
                  <a:lnTo>
                    <a:pt x="1006" y="483420"/>
                  </a:lnTo>
                  <a:lnTo>
                    <a:pt x="278" y="475447"/>
                  </a:lnTo>
                </a:path>
                <a:path w="486409" h="568325">
                  <a:moveTo>
                    <a:pt x="388229" y="293478"/>
                  </a:moveTo>
                  <a:lnTo>
                    <a:pt x="347245" y="302555"/>
                  </a:lnTo>
                  <a:lnTo>
                    <a:pt x="304917" y="308252"/>
                  </a:lnTo>
                  <a:lnTo>
                    <a:pt x="257178" y="310974"/>
                  </a:lnTo>
                  <a:lnTo>
                    <a:pt x="241129" y="311046"/>
                  </a:lnTo>
                  <a:lnTo>
                    <a:pt x="225340" y="310869"/>
                  </a:lnTo>
                  <a:lnTo>
                    <a:pt x="176600" y="307402"/>
                  </a:lnTo>
                  <a:lnTo>
                    <a:pt x="130058" y="300783"/>
                  </a:lnTo>
                  <a:lnTo>
                    <a:pt x="89012" y="291030"/>
                  </a:lnTo>
                  <a:lnTo>
                    <a:pt x="73009" y="285698"/>
                  </a:lnTo>
                </a:path>
                <a:path w="486409" h="568325">
                  <a:moveTo>
                    <a:pt x="407937" y="157302"/>
                  </a:moveTo>
                  <a:lnTo>
                    <a:pt x="358101" y="170646"/>
                  </a:lnTo>
                  <a:lnTo>
                    <a:pt x="314466" y="177215"/>
                  </a:lnTo>
                  <a:lnTo>
                    <a:pt x="267382" y="180397"/>
                  </a:lnTo>
                  <a:lnTo>
                    <a:pt x="233076" y="180995"/>
                  </a:lnTo>
                  <a:lnTo>
                    <a:pt x="211765" y="179857"/>
                  </a:lnTo>
                  <a:lnTo>
                    <a:pt x="166046" y="175907"/>
                  </a:lnTo>
                  <a:lnTo>
                    <a:pt x="122315" y="168798"/>
                  </a:lnTo>
                  <a:lnTo>
                    <a:pt x="109628" y="166030"/>
                  </a:lnTo>
                  <a:lnTo>
                    <a:pt x="97500" y="163140"/>
                  </a:lnTo>
                </a:path>
                <a:path w="486409" h="568325">
                  <a:moveTo>
                    <a:pt x="485365" y="369511"/>
                  </a:moveTo>
                  <a:lnTo>
                    <a:pt x="461720" y="388951"/>
                  </a:lnTo>
                  <a:lnTo>
                    <a:pt x="435743" y="404865"/>
                  </a:lnTo>
                  <a:lnTo>
                    <a:pt x="407823" y="417051"/>
                  </a:lnTo>
                  <a:lnTo>
                    <a:pt x="378348" y="425306"/>
                  </a:lnTo>
                </a:path>
                <a:path w="486409" h="568325">
                  <a:moveTo>
                    <a:pt x="1482" y="370091"/>
                  </a:moveTo>
                  <a:lnTo>
                    <a:pt x="0" y="239665"/>
                  </a:lnTo>
                </a:path>
                <a:path w="486409" h="568325">
                  <a:moveTo>
                    <a:pt x="485751" y="239931"/>
                  </a:moveTo>
                  <a:lnTo>
                    <a:pt x="464282" y="258192"/>
                  </a:lnTo>
                  <a:lnTo>
                    <a:pt x="440626" y="273273"/>
                  </a:lnTo>
                  <a:lnTo>
                    <a:pt x="415135" y="284986"/>
                  </a:lnTo>
                  <a:lnTo>
                    <a:pt x="388157" y="293140"/>
                  </a:lnTo>
                </a:path>
                <a:path w="486409" h="568325">
                  <a:moveTo>
                    <a:pt x="485010" y="110849"/>
                  </a:moveTo>
                  <a:lnTo>
                    <a:pt x="467912" y="125822"/>
                  </a:lnTo>
                  <a:lnTo>
                    <a:pt x="449218" y="138608"/>
                  </a:lnTo>
                  <a:lnTo>
                    <a:pt x="429137" y="149083"/>
                  </a:lnTo>
                  <a:lnTo>
                    <a:pt x="407880" y="157125"/>
                  </a:lnTo>
                </a:path>
                <a:path w="486409" h="568325">
                  <a:moveTo>
                    <a:pt x="919" y="240510"/>
                  </a:moveTo>
                  <a:lnTo>
                    <a:pt x="23" y="110543"/>
                  </a:lnTo>
                </a:path>
                <a:path w="486409" h="568325">
                  <a:moveTo>
                    <a:pt x="378428" y="425684"/>
                  </a:moveTo>
                  <a:lnTo>
                    <a:pt x="323004" y="435608"/>
                  </a:lnTo>
                  <a:lnTo>
                    <a:pt x="276640" y="440322"/>
                  </a:lnTo>
                  <a:lnTo>
                    <a:pt x="235149" y="440857"/>
                  </a:lnTo>
                  <a:lnTo>
                    <a:pt x="194345" y="438243"/>
                  </a:lnTo>
                  <a:lnTo>
                    <a:pt x="150043" y="433512"/>
                  </a:lnTo>
                </a:path>
                <a:path w="486409" h="568325">
                  <a:moveTo>
                    <a:pt x="134354" y="9279"/>
                  </a:moveTo>
                  <a:lnTo>
                    <a:pt x="181986" y="3028"/>
                  </a:lnTo>
                  <a:lnTo>
                    <a:pt x="229243" y="0"/>
                  </a:lnTo>
                  <a:lnTo>
                    <a:pt x="276804" y="558"/>
                  </a:lnTo>
                  <a:lnTo>
                    <a:pt x="325350" y="5068"/>
                  </a:lnTo>
                  <a:lnTo>
                    <a:pt x="375561" y="13893"/>
                  </a:lnTo>
                </a:path>
                <a:path w="486409" h="568325">
                  <a:moveTo>
                    <a:pt x="485872" y="151930"/>
                  </a:moveTo>
                  <a:lnTo>
                    <a:pt x="485880" y="469230"/>
                  </a:lnTo>
                </a:path>
                <a:path w="486409" h="568325">
                  <a:moveTo>
                    <a:pt x="331419" y="562252"/>
                  </a:moveTo>
                  <a:lnTo>
                    <a:pt x="290429" y="566305"/>
                  </a:lnTo>
                  <a:lnTo>
                    <a:pt x="249466" y="567935"/>
                  </a:lnTo>
                  <a:lnTo>
                    <a:pt x="208505" y="567078"/>
                  </a:lnTo>
                  <a:lnTo>
                    <a:pt x="167519" y="563665"/>
                  </a:lnTo>
                </a:path>
                <a:path w="486409" h="568325">
                  <a:moveTo>
                    <a:pt x="73082" y="285473"/>
                  </a:moveTo>
                  <a:lnTo>
                    <a:pt x="53047" y="277661"/>
                  </a:lnTo>
                  <a:lnTo>
                    <a:pt x="34191" y="267489"/>
                  </a:lnTo>
                  <a:lnTo>
                    <a:pt x="16720" y="255090"/>
                  </a:lnTo>
                  <a:lnTo>
                    <a:pt x="839" y="240591"/>
                  </a:lnTo>
                </a:path>
                <a:path w="486409" h="568325">
                  <a:moveTo>
                    <a:pt x="278" y="475447"/>
                  </a:moveTo>
                  <a:lnTo>
                    <a:pt x="92" y="368907"/>
                  </a:lnTo>
                </a:path>
                <a:path w="486409" h="568325">
                  <a:moveTo>
                    <a:pt x="97581" y="162746"/>
                  </a:moveTo>
                  <a:lnTo>
                    <a:pt x="71616" y="155218"/>
                  </a:lnTo>
                  <a:lnTo>
                    <a:pt x="46962" y="144401"/>
                  </a:lnTo>
                  <a:lnTo>
                    <a:pt x="23931" y="130456"/>
                  </a:lnTo>
                  <a:lnTo>
                    <a:pt x="2833" y="113547"/>
                  </a:lnTo>
                </a:path>
              </a:pathLst>
            </a:custGeom>
            <a:ln w="25155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387968" y="2457767"/>
            <a:ext cx="3934460" cy="127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SQLite</a:t>
            </a:r>
            <a:r>
              <a:rPr dirty="0" sz="2150" spc="-5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+</a:t>
            </a:r>
            <a:r>
              <a:rPr dirty="0" sz="2150" spc="-3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SQLAlchemy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700"/>
              </a:lnSpc>
              <a:spcBef>
                <a:spcPts val="1030"/>
              </a:spcBef>
            </a:pPr>
            <a:r>
              <a:rPr dirty="0" sz="1850" spc="110">
                <a:solidFill>
                  <a:srgbClr val="D6D3CC"/>
                </a:solidFill>
                <a:latin typeface="Trebuchet MS"/>
                <a:cs typeface="Trebuchet MS"/>
              </a:rPr>
              <a:t>База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данных</a:t>
            </a:r>
            <a:r>
              <a:rPr dirty="0" sz="1850" spc="-9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SQLite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библиотека </a:t>
            </a:r>
            <a:r>
              <a:rPr dirty="0" sz="1850" spc="140">
                <a:solidFill>
                  <a:srgbClr val="D6D3CC"/>
                </a:solidFill>
                <a:latin typeface="Trebuchet MS"/>
                <a:cs typeface="Trebuchet MS"/>
              </a:rPr>
              <a:t>SQLAlchemy</a:t>
            </a:r>
            <a:r>
              <a:rPr dirty="0" sz="1850" spc="-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9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D6D3CC"/>
                </a:solidFill>
                <a:latin typeface="Trebuchet MS"/>
                <a:cs typeface="Trebuchet MS"/>
              </a:rPr>
              <a:t>работы</a:t>
            </a:r>
            <a:r>
              <a:rPr dirty="0" sz="1850" spc="-3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D6D3CC"/>
                </a:solidFill>
                <a:latin typeface="Trebuchet MS"/>
                <a:cs typeface="Trebuchet MS"/>
              </a:rPr>
              <a:t>с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ней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79684" y="4313359"/>
            <a:ext cx="593725" cy="508000"/>
            <a:chOff x="879684" y="4313359"/>
            <a:chExt cx="593725" cy="508000"/>
          </a:xfrm>
        </p:grpSpPr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921" y="4620841"/>
              <a:ext cx="144559" cy="15539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73981" y="4325949"/>
              <a:ext cx="186690" cy="339725"/>
            </a:xfrm>
            <a:custGeom>
              <a:avLst/>
              <a:gdLst/>
              <a:ahLst/>
              <a:cxnLst/>
              <a:rect l="l" t="t" r="r" b="b"/>
              <a:pathLst>
                <a:path w="186690" h="339725">
                  <a:moveTo>
                    <a:pt x="46318" y="246203"/>
                  </a:moveTo>
                  <a:lnTo>
                    <a:pt x="46086" y="236928"/>
                  </a:lnTo>
                  <a:lnTo>
                    <a:pt x="45983" y="223017"/>
                  </a:lnTo>
                  <a:lnTo>
                    <a:pt x="45794" y="208689"/>
                  </a:lnTo>
                  <a:lnTo>
                    <a:pt x="35663" y="169952"/>
                  </a:lnTo>
                  <a:lnTo>
                    <a:pt x="19198" y="148748"/>
                  </a:lnTo>
                  <a:lnTo>
                    <a:pt x="14313" y="142433"/>
                  </a:lnTo>
                  <a:lnTo>
                    <a:pt x="490" y="103496"/>
                  </a:lnTo>
                  <a:lnTo>
                    <a:pt x="0" y="94154"/>
                  </a:lnTo>
                  <a:lnTo>
                    <a:pt x="147" y="84740"/>
                  </a:lnTo>
                  <a:lnTo>
                    <a:pt x="12412" y="45494"/>
                  </a:lnTo>
                  <a:lnTo>
                    <a:pt x="40060" y="16702"/>
                  </a:lnTo>
                  <a:lnTo>
                    <a:pt x="79539" y="1038"/>
                  </a:lnTo>
                  <a:lnTo>
                    <a:pt x="95784" y="0"/>
                  </a:lnTo>
                  <a:lnTo>
                    <a:pt x="103829" y="539"/>
                  </a:lnTo>
                  <a:lnTo>
                    <a:pt x="143747" y="15264"/>
                  </a:lnTo>
                  <a:lnTo>
                    <a:pt x="174581" y="47088"/>
                  </a:lnTo>
                  <a:lnTo>
                    <a:pt x="186452" y="87557"/>
                  </a:lnTo>
                  <a:lnTo>
                    <a:pt x="185968" y="97063"/>
                  </a:lnTo>
                  <a:lnTo>
                    <a:pt x="173466" y="137950"/>
                  </a:lnTo>
                  <a:lnTo>
                    <a:pt x="157902" y="159869"/>
                  </a:lnTo>
                  <a:lnTo>
                    <a:pt x="153140" y="167345"/>
                  </a:lnTo>
                  <a:lnTo>
                    <a:pt x="140842" y="203871"/>
                  </a:lnTo>
                  <a:lnTo>
                    <a:pt x="140353" y="237118"/>
                  </a:lnTo>
                  <a:lnTo>
                    <a:pt x="139394" y="247411"/>
                  </a:lnTo>
                </a:path>
                <a:path w="186690" h="339725">
                  <a:moveTo>
                    <a:pt x="58681" y="339438"/>
                  </a:moveTo>
                  <a:lnTo>
                    <a:pt x="92909" y="307482"/>
                  </a:lnTo>
                </a:path>
                <a:path w="186690" h="339725">
                  <a:moveTo>
                    <a:pt x="125494" y="338947"/>
                  </a:moveTo>
                  <a:lnTo>
                    <a:pt x="92909" y="307482"/>
                  </a:lnTo>
                </a:path>
              </a:pathLst>
            </a:custGeom>
            <a:ln w="25180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7710" y="4435611"/>
              <a:ext cx="118256" cy="16389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9684" y="4464048"/>
              <a:ext cx="335992" cy="356932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1778254" y="4234878"/>
            <a:ext cx="4271010" cy="879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HTML</a:t>
            </a:r>
            <a:r>
              <a:rPr dirty="0" sz="2150" spc="-1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D6D3CC"/>
                </a:solidFill>
                <a:latin typeface="Calibri"/>
                <a:cs typeface="Calibri"/>
              </a:rPr>
              <a:t>+</a:t>
            </a:r>
            <a:r>
              <a:rPr dirty="0" sz="2150" spc="-3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2150" spc="-25" b="1">
                <a:solidFill>
                  <a:srgbClr val="D6D3CC"/>
                </a:solidFill>
                <a:latin typeface="Calibri"/>
                <a:cs typeface="Calibri"/>
              </a:rPr>
              <a:t>CSS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Страницы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сверстали</a:t>
            </a:r>
            <a:r>
              <a:rPr dirty="0" sz="1850" spc="-10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на</a:t>
            </a:r>
            <a:r>
              <a:rPr dirty="0" sz="18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80">
                <a:solidFill>
                  <a:srgbClr val="D6D3CC"/>
                </a:solidFill>
                <a:latin typeface="Trebuchet MS"/>
                <a:cs typeface="Trebuchet MS"/>
              </a:rPr>
              <a:t>HTML</a:t>
            </a:r>
            <a:r>
              <a:rPr dirty="0" sz="185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210">
                <a:solidFill>
                  <a:srgbClr val="D6D3CC"/>
                </a:solidFill>
                <a:latin typeface="Trebuchet MS"/>
                <a:cs typeface="Trebuchet MS"/>
              </a:rPr>
              <a:t>CSS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480530" y="4295628"/>
            <a:ext cx="593725" cy="543560"/>
            <a:chOff x="7480530" y="4295628"/>
            <a:chExt cx="593725" cy="543560"/>
          </a:xfrm>
        </p:grpSpPr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42195" y="4565967"/>
              <a:ext cx="188068" cy="23297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80530" y="4585867"/>
              <a:ext cx="117417" cy="21304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835393" y="4308215"/>
              <a:ext cx="226060" cy="518159"/>
            </a:xfrm>
            <a:custGeom>
              <a:avLst/>
              <a:gdLst/>
              <a:ahLst/>
              <a:cxnLst/>
              <a:rect l="l" t="t" r="r" b="b"/>
              <a:pathLst>
                <a:path w="226059" h="518160">
                  <a:moveTo>
                    <a:pt x="0" y="805"/>
                  </a:moveTo>
                  <a:lnTo>
                    <a:pt x="225284" y="0"/>
                  </a:lnTo>
                </a:path>
                <a:path w="226059" h="518160">
                  <a:moveTo>
                    <a:pt x="225873" y="517576"/>
                  </a:moveTo>
                  <a:lnTo>
                    <a:pt x="225284" y="0"/>
                  </a:lnTo>
                </a:path>
                <a:path w="226059" h="518160">
                  <a:moveTo>
                    <a:pt x="39978" y="518079"/>
                  </a:moveTo>
                  <a:lnTo>
                    <a:pt x="225873" y="517576"/>
                  </a:lnTo>
                </a:path>
              </a:pathLst>
            </a:custGeom>
            <a:ln w="25174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33477" y="4342684"/>
              <a:ext cx="241175" cy="24116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526438" y="4462633"/>
              <a:ext cx="480695" cy="323850"/>
            </a:xfrm>
            <a:custGeom>
              <a:avLst/>
              <a:gdLst/>
              <a:ahLst/>
              <a:cxnLst/>
              <a:rect l="l" t="t" r="r" b="b"/>
              <a:pathLst>
                <a:path w="480695" h="323850">
                  <a:moveTo>
                    <a:pt x="257436" y="323717"/>
                  </a:moveTo>
                  <a:lnTo>
                    <a:pt x="0" y="323693"/>
                  </a:lnTo>
                </a:path>
                <a:path w="480695" h="323850">
                  <a:moveTo>
                    <a:pt x="400880" y="0"/>
                  </a:moveTo>
                  <a:lnTo>
                    <a:pt x="480482" y="82242"/>
                  </a:lnTo>
                </a:path>
                <a:path w="480695" h="323850">
                  <a:moveTo>
                    <a:pt x="284214" y="81678"/>
                  </a:moveTo>
                  <a:lnTo>
                    <a:pt x="480482" y="82242"/>
                  </a:lnTo>
                </a:path>
                <a:path w="480695" h="323850">
                  <a:moveTo>
                    <a:pt x="401323" y="161536"/>
                  </a:moveTo>
                  <a:lnTo>
                    <a:pt x="480482" y="82242"/>
                  </a:lnTo>
                </a:path>
                <a:path w="480695" h="323850">
                  <a:moveTo>
                    <a:pt x="58921" y="135821"/>
                  </a:moveTo>
                  <a:lnTo>
                    <a:pt x="125227" y="115639"/>
                  </a:lnTo>
                </a:path>
              </a:pathLst>
            </a:custGeom>
            <a:ln w="25174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8387968" y="4234878"/>
            <a:ext cx="5110480" cy="879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Flask-</a:t>
            </a:r>
            <a:r>
              <a:rPr dirty="0" sz="2150" spc="-20" b="1">
                <a:solidFill>
                  <a:srgbClr val="D6D3CC"/>
                </a:solidFill>
                <a:latin typeface="Calibri"/>
                <a:cs typeface="Calibri"/>
              </a:rPr>
              <a:t>Login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3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D6D3CC"/>
                </a:solidFill>
                <a:latin typeface="Trebuchet MS"/>
                <a:cs typeface="Trebuchet MS"/>
              </a:rPr>
              <a:t>авторизации</a:t>
            </a:r>
            <a:r>
              <a:rPr dirty="0" sz="185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использовали</a:t>
            </a:r>
            <a:r>
              <a:rPr dirty="0" sz="1850" spc="-9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0">
                <a:solidFill>
                  <a:srgbClr val="D6D3CC"/>
                </a:solidFill>
                <a:latin typeface="Trebuchet MS"/>
                <a:cs typeface="Trebuchet MS"/>
              </a:rPr>
              <a:t>Flask-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Login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16405" y="5651702"/>
            <a:ext cx="520065" cy="593725"/>
            <a:chOff x="916405" y="5651702"/>
            <a:chExt cx="520065" cy="593725"/>
          </a:xfrm>
        </p:grpSpPr>
        <p:sp>
          <p:nvSpPr>
            <p:cNvPr id="36" name="object 36" descr=""/>
            <p:cNvSpPr/>
            <p:nvPr/>
          </p:nvSpPr>
          <p:spPr>
            <a:xfrm>
              <a:off x="1247503" y="5729527"/>
              <a:ext cx="53340" cy="69850"/>
            </a:xfrm>
            <a:custGeom>
              <a:avLst/>
              <a:gdLst/>
              <a:ahLst/>
              <a:cxnLst/>
              <a:rect l="l" t="t" r="r" b="b"/>
              <a:pathLst>
                <a:path w="53340" h="69850">
                  <a:moveTo>
                    <a:pt x="53138" y="69807"/>
                  </a:moveTo>
                  <a:lnTo>
                    <a:pt x="14230" y="56551"/>
                  </a:lnTo>
                  <a:lnTo>
                    <a:pt x="153" y="20109"/>
                  </a:lnTo>
                  <a:lnTo>
                    <a:pt x="0" y="0"/>
                  </a:lnTo>
                </a:path>
              </a:pathLst>
            </a:custGeom>
            <a:ln w="25152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6406" y="5652250"/>
              <a:ext cx="110801" cy="7936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1029" y="6009784"/>
              <a:ext cx="235272" cy="23527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985381" y="5664278"/>
              <a:ext cx="399415" cy="554990"/>
            </a:xfrm>
            <a:custGeom>
              <a:avLst/>
              <a:gdLst/>
              <a:ahLst/>
              <a:cxnLst/>
              <a:rect l="l" t="t" r="r" b="b"/>
              <a:pathLst>
                <a:path w="399415" h="554989">
                  <a:moveTo>
                    <a:pt x="398446" y="135024"/>
                  </a:moveTo>
                  <a:lnTo>
                    <a:pt x="262396" y="0"/>
                  </a:lnTo>
                </a:path>
                <a:path w="399415" h="554989">
                  <a:moveTo>
                    <a:pt x="398446" y="135024"/>
                  </a:moveTo>
                  <a:lnTo>
                    <a:pt x="315260" y="135056"/>
                  </a:lnTo>
                </a:path>
                <a:path w="399415" h="554989">
                  <a:moveTo>
                    <a:pt x="277593" y="554474"/>
                  </a:moveTo>
                  <a:lnTo>
                    <a:pt x="0" y="554929"/>
                  </a:lnTo>
                </a:path>
                <a:path w="399415" h="554989">
                  <a:moveTo>
                    <a:pt x="398889" y="380736"/>
                  </a:moveTo>
                  <a:lnTo>
                    <a:pt x="398446" y="135024"/>
                  </a:lnTo>
                </a:path>
                <a:path w="399415" h="554989">
                  <a:moveTo>
                    <a:pt x="29138" y="190915"/>
                  </a:moveTo>
                  <a:lnTo>
                    <a:pt x="174804" y="190601"/>
                  </a:lnTo>
                </a:path>
                <a:path w="399415" h="554989">
                  <a:moveTo>
                    <a:pt x="28300" y="269968"/>
                  </a:moveTo>
                  <a:lnTo>
                    <a:pt x="310162" y="269662"/>
                  </a:lnTo>
                </a:path>
                <a:path w="399415" h="554989">
                  <a:moveTo>
                    <a:pt x="28300" y="350439"/>
                  </a:moveTo>
                  <a:lnTo>
                    <a:pt x="214315" y="350125"/>
                  </a:lnTo>
                </a:path>
                <a:path w="399415" h="554989">
                  <a:moveTo>
                    <a:pt x="384393" y="423814"/>
                  </a:moveTo>
                  <a:lnTo>
                    <a:pt x="317676" y="494403"/>
                  </a:lnTo>
                </a:path>
                <a:path w="399415" h="554989">
                  <a:moveTo>
                    <a:pt x="282111" y="458299"/>
                  </a:moveTo>
                  <a:lnTo>
                    <a:pt x="317676" y="494403"/>
                  </a:lnTo>
                </a:path>
                <a:path w="399415" h="554989">
                  <a:moveTo>
                    <a:pt x="262122" y="65249"/>
                  </a:moveTo>
                  <a:lnTo>
                    <a:pt x="262396" y="0"/>
                  </a:lnTo>
                </a:path>
              </a:pathLst>
            </a:custGeom>
            <a:ln w="25152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023" y="6149174"/>
              <a:ext cx="80877" cy="82212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928982" y="5664278"/>
              <a:ext cx="319405" cy="497840"/>
            </a:xfrm>
            <a:custGeom>
              <a:avLst/>
              <a:gdLst/>
              <a:ahLst/>
              <a:cxnLst/>
              <a:rect l="l" t="t" r="r" b="b"/>
              <a:pathLst>
                <a:path w="319405" h="497839">
                  <a:moveTo>
                    <a:pt x="799" y="497310"/>
                  </a:moveTo>
                  <a:lnTo>
                    <a:pt x="0" y="54763"/>
                  </a:lnTo>
                </a:path>
                <a:path w="319405" h="497839">
                  <a:moveTo>
                    <a:pt x="85649" y="547"/>
                  </a:moveTo>
                  <a:lnTo>
                    <a:pt x="318795" y="0"/>
                  </a:lnTo>
                </a:path>
              </a:pathLst>
            </a:custGeom>
            <a:ln w="25152">
              <a:solidFill>
                <a:srgbClr val="FFE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778254" y="5615876"/>
            <a:ext cx="5166360" cy="880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WTForms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Для</a:t>
            </a:r>
            <a:r>
              <a:rPr dirty="0" sz="185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создания</a:t>
            </a:r>
            <a:r>
              <a:rPr dirty="0" sz="1850" spc="-1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форм</a:t>
            </a:r>
            <a:r>
              <a:rPr dirty="0" sz="18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D6D3CC"/>
                </a:solidFill>
                <a:latin typeface="Trebuchet MS"/>
                <a:cs typeface="Trebuchet MS"/>
              </a:rPr>
              <a:t>использовали</a:t>
            </a:r>
            <a:r>
              <a:rPr dirty="0" sz="18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40">
                <a:solidFill>
                  <a:srgbClr val="D6D3CC"/>
                </a:solidFill>
                <a:latin typeface="Trebuchet MS"/>
                <a:cs typeface="Trebuchet MS"/>
              </a:rPr>
              <a:t>WTForms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7469437" y="5640639"/>
            <a:ext cx="615950" cy="615950"/>
          </a:xfrm>
          <a:custGeom>
            <a:avLst/>
            <a:gdLst/>
            <a:ahLst/>
            <a:cxnLst/>
            <a:rect l="l" t="t" r="r" b="b"/>
            <a:pathLst>
              <a:path w="615950" h="615950">
                <a:moveTo>
                  <a:pt x="134645" y="0"/>
                </a:moveTo>
                <a:lnTo>
                  <a:pt x="127176" y="1517"/>
                </a:lnTo>
                <a:lnTo>
                  <a:pt x="121060" y="5650"/>
                </a:lnTo>
                <a:lnTo>
                  <a:pt x="116928" y="11766"/>
                </a:lnTo>
                <a:lnTo>
                  <a:pt x="115410" y="19235"/>
                </a:lnTo>
                <a:lnTo>
                  <a:pt x="115410" y="157134"/>
                </a:lnTo>
                <a:lnTo>
                  <a:pt x="99966" y="165457"/>
                </a:lnTo>
                <a:lnTo>
                  <a:pt x="87790" y="177916"/>
                </a:lnTo>
                <a:lnTo>
                  <a:pt x="79806" y="193597"/>
                </a:lnTo>
                <a:lnTo>
                  <a:pt x="76940" y="211585"/>
                </a:lnTo>
                <a:lnTo>
                  <a:pt x="77060" y="272545"/>
                </a:lnTo>
                <a:lnTo>
                  <a:pt x="61493" y="280868"/>
                </a:lnTo>
                <a:lnTo>
                  <a:pt x="49310" y="293327"/>
                </a:lnTo>
                <a:lnTo>
                  <a:pt x="41335" y="309007"/>
                </a:lnTo>
                <a:lnTo>
                  <a:pt x="38470" y="326996"/>
                </a:lnTo>
                <a:lnTo>
                  <a:pt x="38590" y="426425"/>
                </a:lnTo>
                <a:lnTo>
                  <a:pt x="23076" y="434749"/>
                </a:lnTo>
                <a:lnTo>
                  <a:pt x="10864" y="447208"/>
                </a:lnTo>
                <a:lnTo>
                  <a:pt x="2868" y="462890"/>
                </a:lnTo>
                <a:lnTo>
                  <a:pt x="0" y="480881"/>
                </a:lnTo>
                <a:lnTo>
                  <a:pt x="0" y="557822"/>
                </a:lnTo>
                <a:lnTo>
                  <a:pt x="16906" y="598621"/>
                </a:lnTo>
                <a:lnTo>
                  <a:pt x="57705" y="615527"/>
                </a:lnTo>
                <a:lnTo>
                  <a:pt x="557822" y="615527"/>
                </a:lnTo>
                <a:lnTo>
                  <a:pt x="580275" y="610991"/>
                </a:lnTo>
                <a:lnTo>
                  <a:pt x="598619" y="598621"/>
                </a:lnTo>
                <a:lnTo>
                  <a:pt x="610990" y="580279"/>
                </a:lnTo>
                <a:lnTo>
                  <a:pt x="611641" y="577057"/>
                </a:lnTo>
                <a:lnTo>
                  <a:pt x="57705" y="577057"/>
                </a:lnTo>
                <a:lnTo>
                  <a:pt x="50237" y="575539"/>
                </a:lnTo>
                <a:lnTo>
                  <a:pt x="44120" y="571407"/>
                </a:lnTo>
                <a:lnTo>
                  <a:pt x="39988" y="565290"/>
                </a:lnTo>
                <a:lnTo>
                  <a:pt x="38470" y="557822"/>
                </a:lnTo>
                <a:lnTo>
                  <a:pt x="38470" y="480881"/>
                </a:lnTo>
                <a:lnTo>
                  <a:pt x="39988" y="473413"/>
                </a:lnTo>
                <a:lnTo>
                  <a:pt x="44120" y="467297"/>
                </a:lnTo>
                <a:lnTo>
                  <a:pt x="50236" y="463164"/>
                </a:lnTo>
                <a:lnTo>
                  <a:pt x="57705" y="461646"/>
                </a:lnTo>
                <a:lnTo>
                  <a:pt x="612025" y="461646"/>
                </a:lnTo>
                <a:lnTo>
                  <a:pt x="604662" y="447208"/>
                </a:lnTo>
                <a:lnTo>
                  <a:pt x="592447" y="434749"/>
                </a:lnTo>
                <a:lnTo>
                  <a:pt x="576929" y="426425"/>
                </a:lnTo>
                <a:lnTo>
                  <a:pt x="577057" y="425335"/>
                </a:lnTo>
                <a:lnTo>
                  <a:pt x="577057" y="423172"/>
                </a:lnTo>
                <a:lnTo>
                  <a:pt x="76940" y="423171"/>
                </a:lnTo>
                <a:lnTo>
                  <a:pt x="76940" y="326996"/>
                </a:lnTo>
                <a:lnTo>
                  <a:pt x="78458" y="319527"/>
                </a:lnTo>
                <a:lnTo>
                  <a:pt x="82590" y="313411"/>
                </a:lnTo>
                <a:lnTo>
                  <a:pt x="88706" y="309279"/>
                </a:lnTo>
                <a:lnTo>
                  <a:pt x="96175" y="307761"/>
                </a:lnTo>
                <a:lnTo>
                  <a:pt x="573553" y="307761"/>
                </a:lnTo>
                <a:lnTo>
                  <a:pt x="566191" y="293327"/>
                </a:lnTo>
                <a:lnTo>
                  <a:pt x="553977" y="280868"/>
                </a:lnTo>
                <a:lnTo>
                  <a:pt x="538459" y="272545"/>
                </a:lnTo>
                <a:lnTo>
                  <a:pt x="538587" y="271455"/>
                </a:lnTo>
                <a:lnTo>
                  <a:pt x="538587" y="269291"/>
                </a:lnTo>
                <a:lnTo>
                  <a:pt x="115410" y="269291"/>
                </a:lnTo>
                <a:lnTo>
                  <a:pt x="115410" y="211585"/>
                </a:lnTo>
                <a:lnTo>
                  <a:pt x="116928" y="204117"/>
                </a:lnTo>
                <a:lnTo>
                  <a:pt x="121060" y="198001"/>
                </a:lnTo>
                <a:lnTo>
                  <a:pt x="127176" y="193868"/>
                </a:lnTo>
                <a:lnTo>
                  <a:pt x="134645" y="192350"/>
                </a:lnTo>
                <a:lnTo>
                  <a:pt x="535086" y="192350"/>
                </a:lnTo>
                <a:lnTo>
                  <a:pt x="527737" y="177916"/>
                </a:lnTo>
                <a:lnTo>
                  <a:pt x="515561" y="165457"/>
                </a:lnTo>
                <a:lnTo>
                  <a:pt x="500116" y="157134"/>
                </a:lnTo>
                <a:lnTo>
                  <a:pt x="500116" y="153880"/>
                </a:lnTo>
                <a:lnTo>
                  <a:pt x="153880" y="153880"/>
                </a:lnTo>
                <a:lnTo>
                  <a:pt x="153880" y="76940"/>
                </a:lnTo>
                <a:lnTo>
                  <a:pt x="500116" y="76940"/>
                </a:lnTo>
                <a:lnTo>
                  <a:pt x="500116" y="38470"/>
                </a:lnTo>
                <a:lnTo>
                  <a:pt x="153880" y="38470"/>
                </a:lnTo>
                <a:lnTo>
                  <a:pt x="153880" y="19235"/>
                </a:lnTo>
                <a:lnTo>
                  <a:pt x="152362" y="11766"/>
                </a:lnTo>
                <a:lnTo>
                  <a:pt x="148230" y="5650"/>
                </a:lnTo>
                <a:lnTo>
                  <a:pt x="142114" y="1517"/>
                </a:lnTo>
                <a:lnTo>
                  <a:pt x="134645" y="0"/>
                </a:lnTo>
                <a:close/>
              </a:path>
              <a:path w="615950" h="615950">
                <a:moveTo>
                  <a:pt x="153880" y="461646"/>
                </a:moveTo>
                <a:lnTo>
                  <a:pt x="115410" y="461646"/>
                </a:lnTo>
                <a:lnTo>
                  <a:pt x="115410" y="577057"/>
                </a:lnTo>
                <a:lnTo>
                  <a:pt x="153881" y="577057"/>
                </a:lnTo>
                <a:lnTo>
                  <a:pt x="153880" y="461646"/>
                </a:lnTo>
                <a:close/>
              </a:path>
              <a:path w="615950" h="615950">
                <a:moveTo>
                  <a:pt x="307766" y="500117"/>
                </a:moveTo>
                <a:lnTo>
                  <a:pt x="277837" y="506171"/>
                </a:lnTo>
                <a:lnTo>
                  <a:pt x="253379" y="522673"/>
                </a:lnTo>
                <a:lnTo>
                  <a:pt x="236879" y="547132"/>
                </a:lnTo>
                <a:lnTo>
                  <a:pt x="230826" y="577057"/>
                </a:lnTo>
                <a:lnTo>
                  <a:pt x="269296" y="577057"/>
                </a:lnTo>
                <a:lnTo>
                  <a:pt x="272313" y="562069"/>
                </a:lnTo>
                <a:lnTo>
                  <a:pt x="280548" y="549842"/>
                </a:lnTo>
                <a:lnTo>
                  <a:pt x="292775" y="541605"/>
                </a:lnTo>
                <a:lnTo>
                  <a:pt x="307766" y="538587"/>
                </a:lnTo>
                <a:lnTo>
                  <a:pt x="372885" y="538587"/>
                </a:lnTo>
                <a:lnTo>
                  <a:pt x="362147" y="522673"/>
                </a:lnTo>
                <a:lnTo>
                  <a:pt x="337688" y="506171"/>
                </a:lnTo>
                <a:lnTo>
                  <a:pt x="307766" y="500117"/>
                </a:lnTo>
                <a:close/>
              </a:path>
              <a:path w="615950" h="615950">
                <a:moveTo>
                  <a:pt x="372885" y="538587"/>
                </a:moveTo>
                <a:lnTo>
                  <a:pt x="307766" y="538587"/>
                </a:lnTo>
                <a:lnTo>
                  <a:pt x="322751" y="541605"/>
                </a:lnTo>
                <a:lnTo>
                  <a:pt x="334978" y="549842"/>
                </a:lnTo>
                <a:lnTo>
                  <a:pt x="343216" y="562069"/>
                </a:lnTo>
                <a:lnTo>
                  <a:pt x="346236" y="577057"/>
                </a:lnTo>
                <a:lnTo>
                  <a:pt x="384706" y="577057"/>
                </a:lnTo>
                <a:lnTo>
                  <a:pt x="378651" y="547132"/>
                </a:lnTo>
                <a:lnTo>
                  <a:pt x="372885" y="538587"/>
                </a:lnTo>
                <a:close/>
              </a:path>
              <a:path w="615950" h="615950">
                <a:moveTo>
                  <a:pt x="500117" y="461646"/>
                </a:moveTo>
                <a:lnTo>
                  <a:pt x="461647" y="461646"/>
                </a:lnTo>
                <a:lnTo>
                  <a:pt x="461647" y="577057"/>
                </a:lnTo>
                <a:lnTo>
                  <a:pt x="500117" y="577057"/>
                </a:lnTo>
                <a:lnTo>
                  <a:pt x="500117" y="461646"/>
                </a:lnTo>
                <a:close/>
              </a:path>
              <a:path w="615950" h="615950">
                <a:moveTo>
                  <a:pt x="612025" y="461646"/>
                </a:moveTo>
                <a:lnTo>
                  <a:pt x="557822" y="461646"/>
                </a:lnTo>
                <a:lnTo>
                  <a:pt x="565291" y="463164"/>
                </a:lnTo>
                <a:lnTo>
                  <a:pt x="571407" y="467297"/>
                </a:lnTo>
                <a:lnTo>
                  <a:pt x="575539" y="473413"/>
                </a:lnTo>
                <a:lnTo>
                  <a:pt x="577057" y="480882"/>
                </a:lnTo>
                <a:lnTo>
                  <a:pt x="577057" y="557822"/>
                </a:lnTo>
                <a:lnTo>
                  <a:pt x="575540" y="565291"/>
                </a:lnTo>
                <a:lnTo>
                  <a:pt x="571407" y="571407"/>
                </a:lnTo>
                <a:lnTo>
                  <a:pt x="565291" y="575539"/>
                </a:lnTo>
                <a:lnTo>
                  <a:pt x="557822" y="577057"/>
                </a:lnTo>
                <a:lnTo>
                  <a:pt x="611641" y="577057"/>
                </a:lnTo>
                <a:lnTo>
                  <a:pt x="615527" y="557822"/>
                </a:lnTo>
                <a:lnTo>
                  <a:pt x="615527" y="480882"/>
                </a:lnTo>
                <a:lnTo>
                  <a:pt x="612703" y="463164"/>
                </a:lnTo>
                <a:lnTo>
                  <a:pt x="612659" y="462890"/>
                </a:lnTo>
                <a:lnTo>
                  <a:pt x="612025" y="461646"/>
                </a:lnTo>
                <a:close/>
              </a:path>
              <a:path w="615950" h="615950">
                <a:moveTo>
                  <a:pt x="192355" y="307761"/>
                </a:moveTo>
                <a:lnTo>
                  <a:pt x="153880" y="307761"/>
                </a:lnTo>
                <a:lnTo>
                  <a:pt x="153880" y="423171"/>
                </a:lnTo>
                <a:lnTo>
                  <a:pt x="192355" y="423171"/>
                </a:lnTo>
                <a:lnTo>
                  <a:pt x="192355" y="307761"/>
                </a:lnTo>
                <a:close/>
              </a:path>
              <a:path w="615950" h="615950">
                <a:moveTo>
                  <a:pt x="307766" y="346231"/>
                </a:moveTo>
                <a:lnTo>
                  <a:pt x="285306" y="350769"/>
                </a:lnTo>
                <a:lnTo>
                  <a:pt x="266963" y="363140"/>
                </a:lnTo>
                <a:lnTo>
                  <a:pt x="254596" y="381483"/>
                </a:lnTo>
                <a:lnTo>
                  <a:pt x="250061" y="403936"/>
                </a:lnTo>
                <a:lnTo>
                  <a:pt x="250061" y="423171"/>
                </a:lnTo>
                <a:lnTo>
                  <a:pt x="288531" y="423171"/>
                </a:lnTo>
                <a:lnTo>
                  <a:pt x="288531" y="403936"/>
                </a:lnTo>
                <a:lnTo>
                  <a:pt x="290049" y="396468"/>
                </a:lnTo>
                <a:lnTo>
                  <a:pt x="294181" y="390352"/>
                </a:lnTo>
                <a:lnTo>
                  <a:pt x="300297" y="386219"/>
                </a:lnTo>
                <a:lnTo>
                  <a:pt x="307766" y="384701"/>
                </a:lnTo>
                <a:lnTo>
                  <a:pt x="361584" y="384701"/>
                </a:lnTo>
                <a:lnTo>
                  <a:pt x="360934" y="381483"/>
                </a:lnTo>
                <a:lnTo>
                  <a:pt x="348562" y="363140"/>
                </a:lnTo>
                <a:lnTo>
                  <a:pt x="330219" y="350769"/>
                </a:lnTo>
                <a:lnTo>
                  <a:pt x="307766" y="346231"/>
                </a:lnTo>
                <a:close/>
              </a:path>
              <a:path w="615950" h="615950">
                <a:moveTo>
                  <a:pt x="361584" y="384701"/>
                </a:moveTo>
                <a:lnTo>
                  <a:pt x="307766" y="384701"/>
                </a:lnTo>
                <a:lnTo>
                  <a:pt x="315235" y="386219"/>
                </a:lnTo>
                <a:lnTo>
                  <a:pt x="321351" y="390352"/>
                </a:lnTo>
                <a:lnTo>
                  <a:pt x="325483" y="396468"/>
                </a:lnTo>
                <a:lnTo>
                  <a:pt x="327001" y="403936"/>
                </a:lnTo>
                <a:lnTo>
                  <a:pt x="327001" y="423171"/>
                </a:lnTo>
                <a:lnTo>
                  <a:pt x="365471" y="423171"/>
                </a:lnTo>
                <a:lnTo>
                  <a:pt x="365471" y="403936"/>
                </a:lnTo>
                <a:lnTo>
                  <a:pt x="361584" y="384701"/>
                </a:lnTo>
                <a:close/>
              </a:path>
              <a:path w="615950" h="615950">
                <a:moveTo>
                  <a:pt x="461646" y="307761"/>
                </a:moveTo>
                <a:lnTo>
                  <a:pt x="423176" y="307761"/>
                </a:lnTo>
                <a:lnTo>
                  <a:pt x="423176" y="423171"/>
                </a:lnTo>
                <a:lnTo>
                  <a:pt x="461647" y="423171"/>
                </a:lnTo>
                <a:lnTo>
                  <a:pt x="461646" y="307761"/>
                </a:lnTo>
                <a:close/>
              </a:path>
              <a:path w="615950" h="615950">
                <a:moveTo>
                  <a:pt x="573553" y="307761"/>
                </a:moveTo>
                <a:lnTo>
                  <a:pt x="519352" y="307761"/>
                </a:lnTo>
                <a:lnTo>
                  <a:pt x="526820" y="309279"/>
                </a:lnTo>
                <a:lnTo>
                  <a:pt x="532937" y="313411"/>
                </a:lnTo>
                <a:lnTo>
                  <a:pt x="537069" y="319527"/>
                </a:lnTo>
                <a:lnTo>
                  <a:pt x="538587" y="326996"/>
                </a:lnTo>
                <a:lnTo>
                  <a:pt x="538587" y="423171"/>
                </a:lnTo>
                <a:lnTo>
                  <a:pt x="577057" y="423172"/>
                </a:lnTo>
                <a:lnTo>
                  <a:pt x="577057" y="326996"/>
                </a:lnTo>
                <a:lnTo>
                  <a:pt x="574232" y="309279"/>
                </a:lnTo>
                <a:lnTo>
                  <a:pt x="574189" y="309007"/>
                </a:lnTo>
                <a:lnTo>
                  <a:pt x="573553" y="307761"/>
                </a:lnTo>
                <a:close/>
              </a:path>
              <a:path w="615950" h="615950">
                <a:moveTo>
                  <a:pt x="230825" y="192350"/>
                </a:moveTo>
                <a:lnTo>
                  <a:pt x="192355" y="192350"/>
                </a:lnTo>
                <a:lnTo>
                  <a:pt x="192355" y="269291"/>
                </a:lnTo>
                <a:lnTo>
                  <a:pt x="230825" y="269291"/>
                </a:lnTo>
                <a:lnTo>
                  <a:pt x="230825" y="192350"/>
                </a:lnTo>
                <a:close/>
              </a:path>
              <a:path w="615950" h="615950">
                <a:moveTo>
                  <a:pt x="307766" y="230821"/>
                </a:moveTo>
                <a:lnTo>
                  <a:pt x="300297" y="232338"/>
                </a:lnTo>
                <a:lnTo>
                  <a:pt x="294181" y="236471"/>
                </a:lnTo>
                <a:lnTo>
                  <a:pt x="290048" y="242587"/>
                </a:lnTo>
                <a:lnTo>
                  <a:pt x="288531" y="250056"/>
                </a:lnTo>
                <a:lnTo>
                  <a:pt x="288531" y="269291"/>
                </a:lnTo>
                <a:lnTo>
                  <a:pt x="327001" y="269291"/>
                </a:lnTo>
                <a:lnTo>
                  <a:pt x="327001" y="250056"/>
                </a:lnTo>
                <a:lnTo>
                  <a:pt x="325483" y="242587"/>
                </a:lnTo>
                <a:lnTo>
                  <a:pt x="321351" y="236471"/>
                </a:lnTo>
                <a:lnTo>
                  <a:pt x="315234" y="232338"/>
                </a:lnTo>
                <a:lnTo>
                  <a:pt x="307766" y="230821"/>
                </a:lnTo>
                <a:close/>
              </a:path>
              <a:path w="615950" h="615950">
                <a:moveTo>
                  <a:pt x="423176" y="192350"/>
                </a:moveTo>
                <a:lnTo>
                  <a:pt x="384706" y="192350"/>
                </a:lnTo>
                <a:lnTo>
                  <a:pt x="384706" y="269291"/>
                </a:lnTo>
                <a:lnTo>
                  <a:pt x="423176" y="269291"/>
                </a:lnTo>
                <a:lnTo>
                  <a:pt x="423176" y="192350"/>
                </a:lnTo>
                <a:close/>
              </a:path>
              <a:path w="615950" h="615950">
                <a:moveTo>
                  <a:pt x="535086" y="192350"/>
                </a:moveTo>
                <a:lnTo>
                  <a:pt x="480881" y="192350"/>
                </a:lnTo>
                <a:lnTo>
                  <a:pt x="488350" y="193868"/>
                </a:lnTo>
                <a:lnTo>
                  <a:pt x="494466" y="198001"/>
                </a:lnTo>
                <a:lnTo>
                  <a:pt x="498599" y="204117"/>
                </a:lnTo>
                <a:lnTo>
                  <a:pt x="500117" y="211586"/>
                </a:lnTo>
                <a:lnTo>
                  <a:pt x="500117" y="269291"/>
                </a:lnTo>
                <a:lnTo>
                  <a:pt x="538587" y="269291"/>
                </a:lnTo>
                <a:lnTo>
                  <a:pt x="538587" y="211586"/>
                </a:lnTo>
                <a:lnTo>
                  <a:pt x="535763" y="193868"/>
                </a:lnTo>
                <a:lnTo>
                  <a:pt x="535720" y="193597"/>
                </a:lnTo>
                <a:lnTo>
                  <a:pt x="535086" y="192350"/>
                </a:lnTo>
                <a:close/>
              </a:path>
              <a:path w="615950" h="615950">
                <a:moveTo>
                  <a:pt x="500116" y="76940"/>
                </a:moveTo>
                <a:lnTo>
                  <a:pt x="461646" y="76940"/>
                </a:lnTo>
                <a:lnTo>
                  <a:pt x="461646" y="153880"/>
                </a:lnTo>
                <a:lnTo>
                  <a:pt x="500116" y="153880"/>
                </a:lnTo>
                <a:lnTo>
                  <a:pt x="500116" y="76940"/>
                </a:lnTo>
                <a:close/>
              </a:path>
              <a:path w="615950" h="615950">
                <a:moveTo>
                  <a:pt x="250060" y="0"/>
                </a:moveTo>
                <a:lnTo>
                  <a:pt x="242592" y="1517"/>
                </a:lnTo>
                <a:lnTo>
                  <a:pt x="236475" y="5650"/>
                </a:lnTo>
                <a:lnTo>
                  <a:pt x="232343" y="11766"/>
                </a:lnTo>
                <a:lnTo>
                  <a:pt x="230825" y="19235"/>
                </a:lnTo>
                <a:lnTo>
                  <a:pt x="230825" y="38470"/>
                </a:lnTo>
                <a:lnTo>
                  <a:pt x="269295" y="38470"/>
                </a:lnTo>
                <a:lnTo>
                  <a:pt x="269295" y="19235"/>
                </a:lnTo>
                <a:lnTo>
                  <a:pt x="267778" y="11766"/>
                </a:lnTo>
                <a:lnTo>
                  <a:pt x="263645" y="5650"/>
                </a:lnTo>
                <a:lnTo>
                  <a:pt x="257529" y="1517"/>
                </a:lnTo>
                <a:lnTo>
                  <a:pt x="250060" y="0"/>
                </a:lnTo>
                <a:close/>
              </a:path>
              <a:path w="615950" h="615950">
                <a:moveTo>
                  <a:pt x="365471" y="0"/>
                </a:moveTo>
                <a:lnTo>
                  <a:pt x="358002" y="1517"/>
                </a:lnTo>
                <a:lnTo>
                  <a:pt x="351886" y="5650"/>
                </a:lnTo>
                <a:lnTo>
                  <a:pt x="347753" y="11766"/>
                </a:lnTo>
                <a:lnTo>
                  <a:pt x="346236" y="19235"/>
                </a:lnTo>
                <a:lnTo>
                  <a:pt x="346236" y="38470"/>
                </a:lnTo>
                <a:lnTo>
                  <a:pt x="384706" y="38470"/>
                </a:lnTo>
                <a:lnTo>
                  <a:pt x="384706" y="19235"/>
                </a:lnTo>
                <a:lnTo>
                  <a:pt x="383188" y="11766"/>
                </a:lnTo>
                <a:lnTo>
                  <a:pt x="379056" y="5650"/>
                </a:lnTo>
                <a:lnTo>
                  <a:pt x="372939" y="1517"/>
                </a:lnTo>
                <a:lnTo>
                  <a:pt x="365471" y="0"/>
                </a:lnTo>
                <a:close/>
              </a:path>
              <a:path w="615950" h="615950">
                <a:moveTo>
                  <a:pt x="480881" y="0"/>
                </a:moveTo>
                <a:lnTo>
                  <a:pt x="473413" y="1517"/>
                </a:lnTo>
                <a:lnTo>
                  <a:pt x="467296" y="5650"/>
                </a:lnTo>
                <a:lnTo>
                  <a:pt x="463164" y="11766"/>
                </a:lnTo>
                <a:lnTo>
                  <a:pt x="461646" y="19235"/>
                </a:lnTo>
                <a:lnTo>
                  <a:pt x="461646" y="38470"/>
                </a:lnTo>
                <a:lnTo>
                  <a:pt x="500116" y="38470"/>
                </a:lnTo>
                <a:lnTo>
                  <a:pt x="500116" y="19235"/>
                </a:lnTo>
                <a:lnTo>
                  <a:pt x="498599" y="11766"/>
                </a:lnTo>
                <a:lnTo>
                  <a:pt x="494466" y="5650"/>
                </a:lnTo>
                <a:lnTo>
                  <a:pt x="488350" y="1517"/>
                </a:lnTo>
                <a:lnTo>
                  <a:pt x="480881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8387968" y="5615876"/>
            <a:ext cx="4099560" cy="127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6D3CC"/>
                </a:solidFill>
                <a:latin typeface="Calibri"/>
                <a:cs typeface="Calibri"/>
              </a:rPr>
              <a:t>Jinja2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1035"/>
              </a:spcBef>
            </a:pP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Шаблоны</a:t>
            </a:r>
            <a:r>
              <a:rPr dirty="0" sz="18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собираются</a:t>
            </a:r>
            <a:r>
              <a:rPr dirty="0" sz="185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через</a:t>
            </a:r>
            <a:r>
              <a:rPr dirty="0" sz="1850" spc="-8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-40">
                <a:solidFill>
                  <a:srgbClr val="D6D3CC"/>
                </a:solidFill>
                <a:latin typeface="Trebuchet MS"/>
                <a:cs typeface="Trebuchet MS"/>
              </a:rPr>
              <a:t>Jinja2, </a:t>
            </a:r>
            <a:r>
              <a:rPr dirty="0" sz="1850" spc="95">
                <a:solidFill>
                  <a:srgbClr val="D6D3CC"/>
                </a:solidFill>
                <a:latin typeface="Trebuchet MS"/>
                <a:cs typeface="Trebuchet MS"/>
              </a:rPr>
              <a:t>встроенный</a:t>
            </a:r>
            <a:r>
              <a:rPr dirty="0" sz="1850" spc="-10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D6D3CC"/>
                </a:solidFill>
                <a:latin typeface="Trebuchet MS"/>
                <a:cs typeface="Trebuchet MS"/>
              </a:rPr>
              <a:t>во</a:t>
            </a:r>
            <a:r>
              <a:rPr dirty="0" sz="18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Flask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659" y="1106487"/>
            <a:ext cx="8228330" cy="1568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Модель</a:t>
            </a:r>
            <a:r>
              <a:rPr dirty="0" sz="20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Кино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Форума: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  <a:spcBef>
                <a:spcPts val="1390"/>
              </a:spcBef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Главная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страница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каталогом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фильмов,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топом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последними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рецензиями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Страница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фильма</a:t>
            </a:r>
            <a:r>
              <a:rPr dirty="0" sz="1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описанием,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рейтингом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отзывами.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  <a:spcBef>
                <a:spcPts val="15"/>
              </a:spcBef>
            </a:pP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Форум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темами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комментариями.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</a:pP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Профили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пользователей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с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избранными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фильмами.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247650"/>
            <a:ext cx="6248400" cy="3409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3943350"/>
            <a:ext cx="6248400" cy="3400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3943350"/>
            <a:ext cx="625792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753348"/>
            <a:ext cx="2517775" cy="482600"/>
            <a:chOff x="12047601" y="7753348"/>
            <a:chExt cx="2517775" cy="48260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2505075" y="404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404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404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3902" y="568071"/>
            <a:ext cx="2661285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База</a:t>
            </a:r>
            <a:r>
              <a:rPr dirty="0" sz="3750" spc="-45"/>
              <a:t> </a:t>
            </a:r>
            <a:r>
              <a:rPr dirty="0" sz="3750" spc="-10"/>
              <a:t>данных</a:t>
            </a:r>
            <a:endParaRPr sz="3750"/>
          </a:p>
        </p:txBody>
      </p:sp>
      <p:sp>
        <p:nvSpPr>
          <p:cNvPr id="6" name="object 6" descr=""/>
          <p:cNvSpPr txBox="1"/>
          <p:nvPr/>
        </p:nvSpPr>
        <p:spPr>
          <a:xfrm>
            <a:off x="743902" y="1604327"/>
            <a:ext cx="64096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35">
                <a:solidFill>
                  <a:srgbClr val="D6D3CC"/>
                </a:solidFill>
                <a:latin typeface="Trebuchet MS"/>
                <a:cs typeface="Trebuchet MS"/>
              </a:rPr>
              <a:t>Мы</a:t>
            </a:r>
            <a:r>
              <a:rPr dirty="0" sz="1700" spc="-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D6D3CC"/>
                </a:solidFill>
                <a:latin typeface="Trebuchet MS"/>
                <a:cs typeface="Trebuchet MS"/>
              </a:rPr>
              <a:t>создали</a:t>
            </a:r>
            <a:r>
              <a:rPr dirty="0" sz="170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D6D3CC"/>
                </a:solidFill>
                <a:latin typeface="Trebuchet MS"/>
                <a:cs typeface="Trebuchet MS"/>
              </a:rPr>
              <a:t>восемь</a:t>
            </a:r>
            <a:r>
              <a:rPr dirty="0" sz="1700" spc="-3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таблиц,</a:t>
            </a:r>
            <a:r>
              <a:rPr dirty="0" sz="170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связанных</a:t>
            </a:r>
            <a:r>
              <a:rPr dirty="0" sz="170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D6D3CC"/>
                </a:solidFill>
                <a:latin typeface="Trebuchet MS"/>
                <a:cs typeface="Trebuchet MS"/>
              </a:rPr>
              <a:t>через</a:t>
            </a:r>
            <a:r>
              <a:rPr dirty="0" sz="170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D6D3CC"/>
                </a:solidFill>
                <a:latin typeface="Trebuchet MS"/>
                <a:cs typeface="Trebuchet MS"/>
              </a:rPr>
              <a:t>внешние</a:t>
            </a:r>
            <a:r>
              <a:rPr dirty="0" sz="170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ключи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52475" y="2124075"/>
            <a:ext cx="3143250" cy="2981325"/>
            <a:chOff x="752475" y="2124075"/>
            <a:chExt cx="3143250" cy="2981325"/>
          </a:xfrm>
        </p:grpSpPr>
        <p:sp>
          <p:nvSpPr>
            <p:cNvPr id="8" name="object 8" descr=""/>
            <p:cNvSpPr/>
            <p:nvPr/>
          </p:nvSpPr>
          <p:spPr>
            <a:xfrm>
              <a:off x="752475" y="2124075"/>
              <a:ext cx="3143250" cy="2981325"/>
            </a:xfrm>
            <a:custGeom>
              <a:avLst/>
              <a:gdLst/>
              <a:ahLst/>
              <a:cxnLst/>
              <a:rect l="l" t="t" r="r" b="b"/>
              <a:pathLst>
                <a:path w="3143250" h="2981325">
                  <a:moveTo>
                    <a:pt x="2818891" y="0"/>
                  </a:moveTo>
                  <a:lnTo>
                    <a:pt x="324370" y="0"/>
                  </a:lnTo>
                  <a:lnTo>
                    <a:pt x="276437" y="3518"/>
                  </a:lnTo>
                  <a:lnTo>
                    <a:pt x="230687" y="13738"/>
                  </a:lnTo>
                  <a:lnTo>
                    <a:pt x="187623" y="30157"/>
                  </a:lnTo>
                  <a:lnTo>
                    <a:pt x="147746" y="52273"/>
                  </a:lnTo>
                  <a:lnTo>
                    <a:pt x="111559" y="79582"/>
                  </a:lnTo>
                  <a:lnTo>
                    <a:pt x="79562" y="111582"/>
                  </a:lnTo>
                  <a:lnTo>
                    <a:pt x="52257" y="147771"/>
                  </a:lnTo>
                  <a:lnTo>
                    <a:pt x="30147" y="187646"/>
                  </a:lnTo>
                  <a:lnTo>
                    <a:pt x="13733" y="230703"/>
                  </a:lnTo>
                  <a:lnTo>
                    <a:pt x="3516" y="276442"/>
                  </a:lnTo>
                  <a:lnTo>
                    <a:pt x="0" y="324358"/>
                  </a:lnTo>
                  <a:lnTo>
                    <a:pt x="0" y="2656966"/>
                  </a:lnTo>
                  <a:lnTo>
                    <a:pt x="3516" y="2704882"/>
                  </a:lnTo>
                  <a:lnTo>
                    <a:pt x="13733" y="2750621"/>
                  </a:lnTo>
                  <a:lnTo>
                    <a:pt x="30147" y="2793678"/>
                  </a:lnTo>
                  <a:lnTo>
                    <a:pt x="52257" y="2833553"/>
                  </a:lnTo>
                  <a:lnTo>
                    <a:pt x="79562" y="2869742"/>
                  </a:lnTo>
                  <a:lnTo>
                    <a:pt x="111559" y="2901742"/>
                  </a:lnTo>
                  <a:lnTo>
                    <a:pt x="147746" y="2929051"/>
                  </a:lnTo>
                  <a:lnTo>
                    <a:pt x="187623" y="2951167"/>
                  </a:lnTo>
                  <a:lnTo>
                    <a:pt x="230687" y="2967586"/>
                  </a:lnTo>
                  <a:lnTo>
                    <a:pt x="276437" y="2977806"/>
                  </a:lnTo>
                  <a:lnTo>
                    <a:pt x="324370" y="2981325"/>
                  </a:lnTo>
                  <a:lnTo>
                    <a:pt x="2818891" y="2981325"/>
                  </a:lnTo>
                  <a:lnTo>
                    <a:pt x="2866807" y="2977806"/>
                  </a:lnTo>
                  <a:lnTo>
                    <a:pt x="2912546" y="2967586"/>
                  </a:lnTo>
                  <a:lnTo>
                    <a:pt x="2955603" y="2951167"/>
                  </a:lnTo>
                  <a:lnTo>
                    <a:pt x="2995478" y="2929051"/>
                  </a:lnTo>
                  <a:lnTo>
                    <a:pt x="3031667" y="2901742"/>
                  </a:lnTo>
                  <a:lnTo>
                    <a:pt x="3063667" y="2869742"/>
                  </a:lnTo>
                  <a:lnTo>
                    <a:pt x="3090976" y="2833553"/>
                  </a:lnTo>
                  <a:lnTo>
                    <a:pt x="3113092" y="2793678"/>
                  </a:lnTo>
                  <a:lnTo>
                    <a:pt x="3129511" y="2750621"/>
                  </a:lnTo>
                  <a:lnTo>
                    <a:pt x="3139731" y="2704882"/>
                  </a:lnTo>
                  <a:lnTo>
                    <a:pt x="3143250" y="2656966"/>
                  </a:lnTo>
                  <a:lnTo>
                    <a:pt x="3143250" y="324358"/>
                  </a:lnTo>
                  <a:lnTo>
                    <a:pt x="3139731" y="276442"/>
                  </a:lnTo>
                  <a:lnTo>
                    <a:pt x="3129511" y="230703"/>
                  </a:lnTo>
                  <a:lnTo>
                    <a:pt x="3113092" y="187646"/>
                  </a:lnTo>
                  <a:lnTo>
                    <a:pt x="3090976" y="147771"/>
                  </a:lnTo>
                  <a:lnTo>
                    <a:pt x="3063667" y="111582"/>
                  </a:lnTo>
                  <a:lnTo>
                    <a:pt x="3031667" y="79582"/>
                  </a:lnTo>
                  <a:lnTo>
                    <a:pt x="2995478" y="52273"/>
                  </a:lnTo>
                  <a:lnTo>
                    <a:pt x="2955603" y="30157"/>
                  </a:lnTo>
                  <a:lnTo>
                    <a:pt x="2912546" y="13738"/>
                  </a:lnTo>
                  <a:lnTo>
                    <a:pt x="2866807" y="3518"/>
                  </a:lnTo>
                  <a:lnTo>
                    <a:pt x="2818891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71550" y="23431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5994" y="3512"/>
                  </a:lnTo>
                  <a:lnTo>
                    <a:pt x="230319" y="13714"/>
                  </a:lnTo>
                  <a:lnTo>
                    <a:pt x="187324" y="30106"/>
                  </a:lnTo>
                  <a:lnTo>
                    <a:pt x="147511" y="52184"/>
                  </a:lnTo>
                  <a:lnTo>
                    <a:pt x="111381" y="79448"/>
                  </a:lnTo>
                  <a:lnTo>
                    <a:pt x="79436" y="111397"/>
                  </a:lnTo>
                  <a:lnTo>
                    <a:pt x="52175" y="147528"/>
                  </a:lnTo>
                  <a:lnTo>
                    <a:pt x="30099" y="187340"/>
                  </a:lnTo>
                  <a:lnTo>
                    <a:pt x="13711" y="230332"/>
                  </a:lnTo>
                  <a:lnTo>
                    <a:pt x="3511" y="276003"/>
                  </a:lnTo>
                  <a:lnTo>
                    <a:pt x="0" y="323850"/>
                  </a:lnTo>
                  <a:lnTo>
                    <a:pt x="3511" y="371696"/>
                  </a:lnTo>
                  <a:lnTo>
                    <a:pt x="13711" y="417367"/>
                  </a:lnTo>
                  <a:lnTo>
                    <a:pt x="30099" y="460359"/>
                  </a:lnTo>
                  <a:lnTo>
                    <a:pt x="52175" y="500171"/>
                  </a:lnTo>
                  <a:lnTo>
                    <a:pt x="79436" y="536302"/>
                  </a:lnTo>
                  <a:lnTo>
                    <a:pt x="111381" y="568251"/>
                  </a:lnTo>
                  <a:lnTo>
                    <a:pt x="147511" y="595515"/>
                  </a:lnTo>
                  <a:lnTo>
                    <a:pt x="187324" y="617593"/>
                  </a:lnTo>
                  <a:lnTo>
                    <a:pt x="230319" y="633985"/>
                  </a:lnTo>
                  <a:lnTo>
                    <a:pt x="275994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420" y="2553978"/>
              <a:ext cx="273986" cy="21662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959802" y="3157918"/>
            <a:ext cx="2588895" cy="1074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users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Пользователи:</a:t>
            </a:r>
            <a:r>
              <a:rPr dirty="0" sz="1700" spc="2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имена,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почта,</a:t>
            </a:r>
            <a:r>
              <a:rPr dirty="0" sz="1700" spc="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пароли,</a:t>
            </a:r>
            <a:r>
              <a:rPr dirty="0" sz="170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D6D3CC"/>
                </a:solidFill>
                <a:latin typeface="Trebuchet MS"/>
                <a:cs typeface="Trebuchet MS"/>
              </a:rPr>
              <a:t>описание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086225" y="2124075"/>
            <a:ext cx="3133725" cy="2981325"/>
            <a:chOff x="4086225" y="2124075"/>
            <a:chExt cx="3133725" cy="2981325"/>
          </a:xfrm>
        </p:grpSpPr>
        <p:sp>
          <p:nvSpPr>
            <p:cNvPr id="13" name="object 13" descr=""/>
            <p:cNvSpPr/>
            <p:nvPr/>
          </p:nvSpPr>
          <p:spPr>
            <a:xfrm>
              <a:off x="4086225" y="2124075"/>
              <a:ext cx="3133725" cy="2981325"/>
            </a:xfrm>
            <a:custGeom>
              <a:avLst/>
              <a:gdLst/>
              <a:ahLst/>
              <a:cxnLst/>
              <a:rect l="l" t="t" r="r" b="b"/>
              <a:pathLst>
                <a:path w="3133725" h="2981325">
                  <a:moveTo>
                    <a:pt x="2809367" y="0"/>
                  </a:moveTo>
                  <a:lnTo>
                    <a:pt x="324358" y="0"/>
                  </a:lnTo>
                  <a:lnTo>
                    <a:pt x="276413" y="3515"/>
                  </a:lnTo>
                  <a:lnTo>
                    <a:pt x="230657" y="13728"/>
                  </a:lnTo>
                  <a:lnTo>
                    <a:pt x="187591" y="30137"/>
                  </a:lnTo>
                  <a:lnTo>
                    <a:pt x="147715" y="52241"/>
                  </a:lnTo>
                  <a:lnTo>
                    <a:pt x="111531" y="79539"/>
                  </a:lnTo>
                  <a:lnTo>
                    <a:pt x="79539" y="111531"/>
                  </a:lnTo>
                  <a:lnTo>
                    <a:pt x="52241" y="147715"/>
                  </a:lnTo>
                  <a:lnTo>
                    <a:pt x="30137" y="187591"/>
                  </a:lnTo>
                  <a:lnTo>
                    <a:pt x="13728" y="230657"/>
                  </a:lnTo>
                  <a:lnTo>
                    <a:pt x="3515" y="276413"/>
                  </a:lnTo>
                  <a:lnTo>
                    <a:pt x="0" y="324358"/>
                  </a:lnTo>
                  <a:lnTo>
                    <a:pt x="0" y="2656966"/>
                  </a:lnTo>
                  <a:lnTo>
                    <a:pt x="3515" y="2704882"/>
                  </a:lnTo>
                  <a:lnTo>
                    <a:pt x="13728" y="2750621"/>
                  </a:lnTo>
                  <a:lnTo>
                    <a:pt x="30137" y="2793678"/>
                  </a:lnTo>
                  <a:lnTo>
                    <a:pt x="52241" y="2833553"/>
                  </a:lnTo>
                  <a:lnTo>
                    <a:pt x="79539" y="2869742"/>
                  </a:lnTo>
                  <a:lnTo>
                    <a:pt x="111531" y="2901742"/>
                  </a:lnTo>
                  <a:lnTo>
                    <a:pt x="147715" y="2929051"/>
                  </a:lnTo>
                  <a:lnTo>
                    <a:pt x="187591" y="2951167"/>
                  </a:lnTo>
                  <a:lnTo>
                    <a:pt x="230657" y="2967586"/>
                  </a:lnTo>
                  <a:lnTo>
                    <a:pt x="276413" y="2977806"/>
                  </a:lnTo>
                  <a:lnTo>
                    <a:pt x="324358" y="2981325"/>
                  </a:lnTo>
                  <a:lnTo>
                    <a:pt x="2809367" y="2981325"/>
                  </a:lnTo>
                  <a:lnTo>
                    <a:pt x="2857311" y="2977806"/>
                  </a:lnTo>
                  <a:lnTo>
                    <a:pt x="2903067" y="2967586"/>
                  </a:lnTo>
                  <a:lnTo>
                    <a:pt x="2946133" y="2951167"/>
                  </a:lnTo>
                  <a:lnTo>
                    <a:pt x="2986009" y="2929051"/>
                  </a:lnTo>
                  <a:lnTo>
                    <a:pt x="3022193" y="2901742"/>
                  </a:lnTo>
                  <a:lnTo>
                    <a:pt x="3054185" y="2869742"/>
                  </a:lnTo>
                  <a:lnTo>
                    <a:pt x="3081483" y="2833553"/>
                  </a:lnTo>
                  <a:lnTo>
                    <a:pt x="3103587" y="2793678"/>
                  </a:lnTo>
                  <a:lnTo>
                    <a:pt x="3119996" y="2750621"/>
                  </a:lnTo>
                  <a:lnTo>
                    <a:pt x="3130209" y="2704882"/>
                  </a:lnTo>
                  <a:lnTo>
                    <a:pt x="3133725" y="2656966"/>
                  </a:lnTo>
                  <a:lnTo>
                    <a:pt x="3133725" y="324358"/>
                  </a:lnTo>
                  <a:lnTo>
                    <a:pt x="3130209" y="276413"/>
                  </a:lnTo>
                  <a:lnTo>
                    <a:pt x="3119996" y="230657"/>
                  </a:lnTo>
                  <a:lnTo>
                    <a:pt x="3103587" y="187591"/>
                  </a:lnTo>
                  <a:lnTo>
                    <a:pt x="3081483" y="147715"/>
                  </a:lnTo>
                  <a:lnTo>
                    <a:pt x="3054185" y="111531"/>
                  </a:lnTo>
                  <a:lnTo>
                    <a:pt x="3022193" y="79539"/>
                  </a:lnTo>
                  <a:lnTo>
                    <a:pt x="2986009" y="52241"/>
                  </a:lnTo>
                  <a:lnTo>
                    <a:pt x="2946133" y="30137"/>
                  </a:lnTo>
                  <a:lnTo>
                    <a:pt x="2903067" y="13728"/>
                  </a:lnTo>
                  <a:lnTo>
                    <a:pt x="2857311" y="3515"/>
                  </a:lnTo>
                  <a:lnTo>
                    <a:pt x="2809367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95775" y="23431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6003" y="3512"/>
                  </a:lnTo>
                  <a:lnTo>
                    <a:pt x="230332" y="13714"/>
                  </a:lnTo>
                  <a:lnTo>
                    <a:pt x="187340" y="30106"/>
                  </a:lnTo>
                  <a:lnTo>
                    <a:pt x="147528" y="52184"/>
                  </a:lnTo>
                  <a:lnTo>
                    <a:pt x="111397" y="79448"/>
                  </a:lnTo>
                  <a:lnTo>
                    <a:pt x="79448" y="111397"/>
                  </a:lnTo>
                  <a:lnTo>
                    <a:pt x="52184" y="147528"/>
                  </a:lnTo>
                  <a:lnTo>
                    <a:pt x="30106" y="187340"/>
                  </a:lnTo>
                  <a:lnTo>
                    <a:pt x="13714" y="230332"/>
                  </a:lnTo>
                  <a:lnTo>
                    <a:pt x="3512" y="276003"/>
                  </a:lnTo>
                  <a:lnTo>
                    <a:pt x="0" y="323850"/>
                  </a:lnTo>
                  <a:lnTo>
                    <a:pt x="3512" y="371696"/>
                  </a:lnTo>
                  <a:lnTo>
                    <a:pt x="13714" y="417367"/>
                  </a:lnTo>
                  <a:lnTo>
                    <a:pt x="30106" y="460359"/>
                  </a:lnTo>
                  <a:lnTo>
                    <a:pt x="52184" y="500171"/>
                  </a:lnTo>
                  <a:lnTo>
                    <a:pt x="79448" y="536302"/>
                  </a:lnTo>
                  <a:lnTo>
                    <a:pt x="111397" y="568251"/>
                  </a:lnTo>
                  <a:lnTo>
                    <a:pt x="147528" y="595515"/>
                  </a:lnTo>
                  <a:lnTo>
                    <a:pt x="187340" y="617593"/>
                  </a:lnTo>
                  <a:lnTo>
                    <a:pt x="230332" y="633985"/>
                  </a:lnTo>
                  <a:lnTo>
                    <a:pt x="276003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2798" y="2540983"/>
              <a:ext cx="283091" cy="242513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288790" y="3157918"/>
            <a:ext cx="2327275" cy="173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films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27600"/>
              </a:lnSpc>
              <a:spcBef>
                <a:spcPts val="775"/>
              </a:spcBef>
            </a:pP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Фильмы:</a:t>
            </a:r>
            <a:r>
              <a:rPr dirty="0" sz="170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название, </a:t>
            </a:r>
            <a:r>
              <a:rPr dirty="0" sz="1700" spc="45">
                <a:solidFill>
                  <a:srgbClr val="D6D3CC"/>
                </a:solidFill>
                <a:latin typeface="Trebuchet MS"/>
                <a:cs typeface="Trebuchet MS"/>
              </a:rPr>
              <a:t>режиссёр,</a:t>
            </a:r>
            <a:r>
              <a:rPr dirty="0" sz="1700" spc="-10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D6D3CC"/>
                </a:solidFill>
                <a:latin typeface="Trebuchet MS"/>
                <a:cs typeface="Trebuchet MS"/>
              </a:rPr>
              <a:t>год,</a:t>
            </a:r>
            <a:r>
              <a:rPr dirty="0" sz="1700" spc="-10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жанр,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страна,</a:t>
            </a:r>
            <a:r>
              <a:rPr dirty="0" sz="1700" spc="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длительность, </a:t>
            </a:r>
            <a:r>
              <a:rPr dirty="0" sz="1700" spc="50">
                <a:solidFill>
                  <a:srgbClr val="D6D3CC"/>
                </a:solidFill>
                <a:latin typeface="Trebuchet MS"/>
                <a:cs typeface="Trebuchet MS"/>
              </a:rPr>
              <a:t>описание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410450" y="2124075"/>
            <a:ext cx="3133725" cy="2981325"/>
            <a:chOff x="7410450" y="2124075"/>
            <a:chExt cx="3133725" cy="2981325"/>
          </a:xfrm>
        </p:grpSpPr>
        <p:sp>
          <p:nvSpPr>
            <p:cNvPr id="18" name="object 18" descr=""/>
            <p:cNvSpPr/>
            <p:nvPr/>
          </p:nvSpPr>
          <p:spPr>
            <a:xfrm>
              <a:off x="7410450" y="2124075"/>
              <a:ext cx="3133725" cy="2981325"/>
            </a:xfrm>
            <a:custGeom>
              <a:avLst/>
              <a:gdLst/>
              <a:ahLst/>
              <a:cxnLst/>
              <a:rect l="l" t="t" r="r" b="b"/>
              <a:pathLst>
                <a:path w="3133725" h="2981325">
                  <a:moveTo>
                    <a:pt x="2809367" y="0"/>
                  </a:moveTo>
                  <a:lnTo>
                    <a:pt x="324357" y="0"/>
                  </a:lnTo>
                  <a:lnTo>
                    <a:pt x="276413" y="3515"/>
                  </a:lnTo>
                  <a:lnTo>
                    <a:pt x="230657" y="13728"/>
                  </a:lnTo>
                  <a:lnTo>
                    <a:pt x="187591" y="30137"/>
                  </a:lnTo>
                  <a:lnTo>
                    <a:pt x="147715" y="52241"/>
                  </a:lnTo>
                  <a:lnTo>
                    <a:pt x="111531" y="79539"/>
                  </a:lnTo>
                  <a:lnTo>
                    <a:pt x="79539" y="111531"/>
                  </a:lnTo>
                  <a:lnTo>
                    <a:pt x="52241" y="147715"/>
                  </a:lnTo>
                  <a:lnTo>
                    <a:pt x="30137" y="187591"/>
                  </a:lnTo>
                  <a:lnTo>
                    <a:pt x="13728" y="230657"/>
                  </a:lnTo>
                  <a:lnTo>
                    <a:pt x="3515" y="276413"/>
                  </a:lnTo>
                  <a:lnTo>
                    <a:pt x="0" y="324358"/>
                  </a:lnTo>
                  <a:lnTo>
                    <a:pt x="0" y="2656966"/>
                  </a:lnTo>
                  <a:lnTo>
                    <a:pt x="3515" y="2704882"/>
                  </a:lnTo>
                  <a:lnTo>
                    <a:pt x="13728" y="2750621"/>
                  </a:lnTo>
                  <a:lnTo>
                    <a:pt x="30137" y="2793678"/>
                  </a:lnTo>
                  <a:lnTo>
                    <a:pt x="52241" y="2833553"/>
                  </a:lnTo>
                  <a:lnTo>
                    <a:pt x="79539" y="2869742"/>
                  </a:lnTo>
                  <a:lnTo>
                    <a:pt x="111531" y="2901742"/>
                  </a:lnTo>
                  <a:lnTo>
                    <a:pt x="147715" y="2929051"/>
                  </a:lnTo>
                  <a:lnTo>
                    <a:pt x="187591" y="2951167"/>
                  </a:lnTo>
                  <a:lnTo>
                    <a:pt x="230657" y="2967586"/>
                  </a:lnTo>
                  <a:lnTo>
                    <a:pt x="276413" y="2977806"/>
                  </a:lnTo>
                  <a:lnTo>
                    <a:pt x="324357" y="2981325"/>
                  </a:lnTo>
                  <a:lnTo>
                    <a:pt x="2809367" y="2981325"/>
                  </a:lnTo>
                  <a:lnTo>
                    <a:pt x="2857311" y="2977806"/>
                  </a:lnTo>
                  <a:lnTo>
                    <a:pt x="2903067" y="2967586"/>
                  </a:lnTo>
                  <a:lnTo>
                    <a:pt x="2946133" y="2951167"/>
                  </a:lnTo>
                  <a:lnTo>
                    <a:pt x="2986009" y="2929051"/>
                  </a:lnTo>
                  <a:lnTo>
                    <a:pt x="3022193" y="2901742"/>
                  </a:lnTo>
                  <a:lnTo>
                    <a:pt x="3054185" y="2869742"/>
                  </a:lnTo>
                  <a:lnTo>
                    <a:pt x="3081483" y="2833553"/>
                  </a:lnTo>
                  <a:lnTo>
                    <a:pt x="3103587" y="2793678"/>
                  </a:lnTo>
                  <a:lnTo>
                    <a:pt x="3119996" y="2750621"/>
                  </a:lnTo>
                  <a:lnTo>
                    <a:pt x="3130209" y="2704882"/>
                  </a:lnTo>
                  <a:lnTo>
                    <a:pt x="3133725" y="2656966"/>
                  </a:lnTo>
                  <a:lnTo>
                    <a:pt x="3133725" y="324358"/>
                  </a:lnTo>
                  <a:lnTo>
                    <a:pt x="3130209" y="276413"/>
                  </a:lnTo>
                  <a:lnTo>
                    <a:pt x="3119996" y="230657"/>
                  </a:lnTo>
                  <a:lnTo>
                    <a:pt x="3103587" y="187591"/>
                  </a:lnTo>
                  <a:lnTo>
                    <a:pt x="3081483" y="147715"/>
                  </a:lnTo>
                  <a:lnTo>
                    <a:pt x="3054185" y="111531"/>
                  </a:lnTo>
                  <a:lnTo>
                    <a:pt x="3022193" y="79539"/>
                  </a:lnTo>
                  <a:lnTo>
                    <a:pt x="2986009" y="52241"/>
                  </a:lnTo>
                  <a:lnTo>
                    <a:pt x="2946133" y="30137"/>
                  </a:lnTo>
                  <a:lnTo>
                    <a:pt x="2903067" y="13728"/>
                  </a:lnTo>
                  <a:lnTo>
                    <a:pt x="2857311" y="3515"/>
                  </a:lnTo>
                  <a:lnTo>
                    <a:pt x="2809367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29525" y="23431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6003" y="3512"/>
                  </a:lnTo>
                  <a:lnTo>
                    <a:pt x="230332" y="13714"/>
                  </a:lnTo>
                  <a:lnTo>
                    <a:pt x="187340" y="30106"/>
                  </a:lnTo>
                  <a:lnTo>
                    <a:pt x="147528" y="52184"/>
                  </a:lnTo>
                  <a:lnTo>
                    <a:pt x="111397" y="79448"/>
                  </a:lnTo>
                  <a:lnTo>
                    <a:pt x="79448" y="111397"/>
                  </a:lnTo>
                  <a:lnTo>
                    <a:pt x="52184" y="147528"/>
                  </a:lnTo>
                  <a:lnTo>
                    <a:pt x="30106" y="187340"/>
                  </a:lnTo>
                  <a:lnTo>
                    <a:pt x="13714" y="230332"/>
                  </a:lnTo>
                  <a:lnTo>
                    <a:pt x="3512" y="276003"/>
                  </a:lnTo>
                  <a:lnTo>
                    <a:pt x="0" y="323850"/>
                  </a:lnTo>
                  <a:lnTo>
                    <a:pt x="3512" y="371696"/>
                  </a:lnTo>
                  <a:lnTo>
                    <a:pt x="13714" y="417367"/>
                  </a:lnTo>
                  <a:lnTo>
                    <a:pt x="30106" y="460359"/>
                  </a:lnTo>
                  <a:lnTo>
                    <a:pt x="52184" y="500171"/>
                  </a:lnTo>
                  <a:lnTo>
                    <a:pt x="79448" y="536302"/>
                  </a:lnTo>
                  <a:lnTo>
                    <a:pt x="111397" y="568251"/>
                  </a:lnTo>
                  <a:lnTo>
                    <a:pt x="147528" y="595515"/>
                  </a:lnTo>
                  <a:lnTo>
                    <a:pt x="187340" y="617593"/>
                  </a:lnTo>
                  <a:lnTo>
                    <a:pt x="230332" y="633985"/>
                  </a:lnTo>
                  <a:lnTo>
                    <a:pt x="276003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824504" y="2526754"/>
              <a:ext cx="248920" cy="271145"/>
            </a:xfrm>
            <a:custGeom>
              <a:avLst/>
              <a:gdLst/>
              <a:ahLst/>
              <a:cxnLst/>
              <a:rect l="l" t="t" r="r" b="b"/>
              <a:pathLst>
                <a:path w="248920" h="271144">
                  <a:moveTo>
                    <a:pt x="186897" y="147696"/>
                  </a:moveTo>
                  <a:lnTo>
                    <a:pt x="167197" y="185698"/>
                  </a:lnTo>
                  <a:lnTo>
                    <a:pt x="166363" y="187088"/>
                  </a:lnTo>
                  <a:lnTo>
                    <a:pt x="164896" y="188287"/>
                  </a:lnTo>
                  <a:lnTo>
                    <a:pt x="163832" y="188732"/>
                  </a:lnTo>
                  <a:lnTo>
                    <a:pt x="161846" y="189128"/>
                  </a:lnTo>
                </a:path>
                <a:path w="248920" h="271144">
                  <a:moveTo>
                    <a:pt x="128383" y="190104"/>
                  </a:moveTo>
                  <a:lnTo>
                    <a:pt x="122552" y="196549"/>
                  </a:lnTo>
                  <a:lnTo>
                    <a:pt x="123028" y="198385"/>
                  </a:lnTo>
                  <a:lnTo>
                    <a:pt x="123897" y="199867"/>
                  </a:lnTo>
                  <a:lnTo>
                    <a:pt x="130876" y="205986"/>
                  </a:lnTo>
                </a:path>
                <a:path w="248920" h="271144">
                  <a:moveTo>
                    <a:pt x="151821" y="223769"/>
                  </a:moveTo>
                  <a:lnTo>
                    <a:pt x="152850" y="224937"/>
                  </a:lnTo>
                  <a:lnTo>
                    <a:pt x="153492" y="226178"/>
                  </a:lnTo>
                  <a:lnTo>
                    <a:pt x="153738" y="227480"/>
                  </a:lnTo>
                  <a:lnTo>
                    <a:pt x="152151" y="233501"/>
                  </a:lnTo>
                  <a:lnTo>
                    <a:pt x="148740" y="245640"/>
                  </a:lnTo>
                  <a:lnTo>
                    <a:pt x="145269" y="257944"/>
                  </a:lnTo>
                  <a:lnTo>
                    <a:pt x="143505" y="264458"/>
                  </a:lnTo>
                  <a:lnTo>
                    <a:pt x="147765" y="270194"/>
                  </a:lnTo>
                  <a:lnTo>
                    <a:pt x="149666" y="270978"/>
                  </a:lnTo>
                </a:path>
                <a:path w="248920" h="271144">
                  <a:moveTo>
                    <a:pt x="205119" y="188360"/>
                  </a:moveTo>
                  <a:lnTo>
                    <a:pt x="212810" y="188910"/>
                  </a:lnTo>
                  <a:lnTo>
                    <a:pt x="225409" y="189282"/>
                  </a:lnTo>
                  <a:lnTo>
                    <a:pt x="237680" y="189566"/>
                  </a:lnTo>
                  <a:lnTo>
                    <a:pt x="244386" y="189850"/>
                  </a:lnTo>
                  <a:lnTo>
                    <a:pt x="248331" y="196065"/>
                  </a:lnTo>
                  <a:lnTo>
                    <a:pt x="248004" y="197724"/>
                  </a:lnTo>
                  <a:lnTo>
                    <a:pt x="247547" y="198707"/>
                  </a:lnTo>
                  <a:lnTo>
                    <a:pt x="246994" y="199568"/>
                  </a:lnTo>
                  <a:lnTo>
                    <a:pt x="246349" y="200305"/>
                  </a:lnTo>
                </a:path>
                <a:path w="248920" h="271144">
                  <a:moveTo>
                    <a:pt x="218924" y="223593"/>
                  </a:moveTo>
                  <a:lnTo>
                    <a:pt x="217595" y="225460"/>
                  </a:lnTo>
                  <a:lnTo>
                    <a:pt x="217172" y="227226"/>
                  </a:lnTo>
                  <a:lnTo>
                    <a:pt x="217245" y="228843"/>
                  </a:lnTo>
                  <a:lnTo>
                    <a:pt x="222919" y="248523"/>
                  </a:lnTo>
                  <a:lnTo>
                    <a:pt x="225877" y="259426"/>
                  </a:lnTo>
                  <a:lnTo>
                    <a:pt x="226944" y="264422"/>
                  </a:lnTo>
                  <a:lnTo>
                    <a:pt x="226944" y="266381"/>
                  </a:lnTo>
                  <a:lnTo>
                    <a:pt x="226145" y="267850"/>
                  </a:lnTo>
                  <a:lnTo>
                    <a:pt x="224647" y="269155"/>
                  </a:lnTo>
                  <a:lnTo>
                    <a:pt x="223687" y="269707"/>
                  </a:lnTo>
                  <a:lnTo>
                    <a:pt x="222707" y="270120"/>
                  </a:lnTo>
                  <a:lnTo>
                    <a:pt x="221190" y="270385"/>
                  </a:lnTo>
                  <a:lnTo>
                    <a:pt x="219535" y="270055"/>
                  </a:lnTo>
                  <a:lnTo>
                    <a:pt x="217810" y="269259"/>
                  </a:lnTo>
                </a:path>
                <a:path w="248920" h="271144">
                  <a:moveTo>
                    <a:pt x="188922" y="250133"/>
                  </a:moveTo>
                  <a:lnTo>
                    <a:pt x="186897" y="249147"/>
                  </a:lnTo>
                  <a:lnTo>
                    <a:pt x="185518" y="248904"/>
                  </a:lnTo>
                  <a:lnTo>
                    <a:pt x="184113" y="249161"/>
                  </a:lnTo>
                  <a:lnTo>
                    <a:pt x="178560" y="252603"/>
                  </a:lnTo>
                  <a:lnTo>
                    <a:pt x="167672" y="259618"/>
                  </a:lnTo>
                  <a:lnTo>
                    <a:pt x="156392" y="266859"/>
                  </a:lnTo>
                  <a:lnTo>
                    <a:pt x="149666" y="270978"/>
                  </a:lnTo>
                </a:path>
                <a:path w="248920" h="271144">
                  <a:moveTo>
                    <a:pt x="302" y="20783"/>
                  </a:moveTo>
                  <a:lnTo>
                    <a:pt x="24356" y="80"/>
                  </a:lnTo>
                  <a:lnTo>
                    <a:pt x="32253" y="53"/>
                  </a:lnTo>
                </a:path>
                <a:path w="248920" h="271144">
                  <a:moveTo>
                    <a:pt x="191786" y="0"/>
                  </a:moveTo>
                  <a:lnTo>
                    <a:pt x="215021" y="22438"/>
                  </a:lnTo>
                  <a:lnTo>
                    <a:pt x="215036" y="28008"/>
                  </a:lnTo>
                </a:path>
                <a:path w="248920" h="271144">
                  <a:moveTo>
                    <a:pt x="120405" y="262332"/>
                  </a:moveTo>
                  <a:lnTo>
                    <a:pt x="20826" y="262282"/>
                  </a:lnTo>
                </a:path>
                <a:path w="248920" h="271144">
                  <a:moveTo>
                    <a:pt x="37358" y="53246"/>
                  </a:moveTo>
                  <a:lnTo>
                    <a:pt x="177552" y="53131"/>
                  </a:lnTo>
                </a:path>
                <a:path w="248920" h="271144">
                  <a:moveTo>
                    <a:pt x="37757" y="94660"/>
                  </a:moveTo>
                  <a:lnTo>
                    <a:pt x="177156" y="94614"/>
                  </a:lnTo>
                </a:path>
                <a:path w="248920" h="271144">
                  <a:moveTo>
                    <a:pt x="37358" y="135147"/>
                  </a:moveTo>
                  <a:lnTo>
                    <a:pt x="129931" y="135070"/>
                  </a:lnTo>
                </a:path>
                <a:path w="248920" h="271144">
                  <a:moveTo>
                    <a:pt x="205119" y="188360"/>
                  </a:moveTo>
                  <a:lnTo>
                    <a:pt x="186897" y="147696"/>
                  </a:lnTo>
                </a:path>
                <a:path w="248920" h="271144">
                  <a:moveTo>
                    <a:pt x="161846" y="189128"/>
                  </a:moveTo>
                  <a:lnTo>
                    <a:pt x="128383" y="190104"/>
                  </a:lnTo>
                </a:path>
                <a:path w="248920" h="271144">
                  <a:moveTo>
                    <a:pt x="37481" y="175850"/>
                  </a:moveTo>
                  <a:lnTo>
                    <a:pt x="99771" y="175742"/>
                  </a:lnTo>
                </a:path>
                <a:path w="248920" h="271144">
                  <a:moveTo>
                    <a:pt x="20826" y="262345"/>
                  </a:moveTo>
                  <a:lnTo>
                    <a:pt x="0" y="240996"/>
                  </a:lnTo>
                  <a:lnTo>
                    <a:pt x="241" y="238945"/>
                  </a:lnTo>
                  <a:lnTo>
                    <a:pt x="791" y="236963"/>
                  </a:lnTo>
                </a:path>
                <a:path w="248920" h="271144">
                  <a:moveTo>
                    <a:pt x="130876" y="205986"/>
                  </a:moveTo>
                  <a:lnTo>
                    <a:pt x="151821" y="223769"/>
                  </a:lnTo>
                </a:path>
                <a:path w="248920" h="271144">
                  <a:moveTo>
                    <a:pt x="297" y="236825"/>
                  </a:moveTo>
                  <a:lnTo>
                    <a:pt x="302" y="20783"/>
                  </a:lnTo>
                </a:path>
                <a:path w="248920" h="271144">
                  <a:moveTo>
                    <a:pt x="32253" y="53"/>
                  </a:moveTo>
                  <a:lnTo>
                    <a:pt x="191786" y="0"/>
                  </a:lnTo>
                </a:path>
                <a:path w="248920" h="271144">
                  <a:moveTo>
                    <a:pt x="246349" y="200305"/>
                  </a:moveTo>
                  <a:lnTo>
                    <a:pt x="218924" y="223593"/>
                  </a:lnTo>
                </a:path>
                <a:path w="248920" h="271144">
                  <a:moveTo>
                    <a:pt x="215036" y="28008"/>
                  </a:moveTo>
                  <a:lnTo>
                    <a:pt x="215052" y="154582"/>
                  </a:lnTo>
                </a:path>
                <a:path w="248920" h="271144">
                  <a:moveTo>
                    <a:pt x="217810" y="269259"/>
                  </a:moveTo>
                  <a:lnTo>
                    <a:pt x="188922" y="250133"/>
                  </a:lnTo>
                </a:path>
              </a:pathLst>
            </a:custGeom>
            <a:ln w="1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617714" y="3157918"/>
            <a:ext cx="2651125" cy="1074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reviews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55">
                <a:solidFill>
                  <a:srgbClr val="D6D3CC"/>
                </a:solidFill>
                <a:latin typeface="Trebuchet MS"/>
                <a:cs typeface="Trebuchet MS"/>
              </a:rPr>
              <a:t>Рецензии</a:t>
            </a:r>
            <a:r>
              <a:rPr dirty="0" sz="170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D6D3CC"/>
                </a:solidFill>
                <a:latin typeface="Trebuchet MS"/>
                <a:cs typeface="Trebuchet MS"/>
              </a:rPr>
              <a:t>пользователей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к</a:t>
            </a:r>
            <a:r>
              <a:rPr dirty="0" sz="170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фильмам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0734675" y="2124075"/>
            <a:ext cx="3143250" cy="2981325"/>
            <a:chOff x="10734675" y="2124075"/>
            <a:chExt cx="3143250" cy="2981325"/>
          </a:xfrm>
        </p:grpSpPr>
        <p:sp>
          <p:nvSpPr>
            <p:cNvPr id="23" name="object 23" descr=""/>
            <p:cNvSpPr/>
            <p:nvPr/>
          </p:nvSpPr>
          <p:spPr>
            <a:xfrm>
              <a:off x="10734675" y="2124075"/>
              <a:ext cx="3143250" cy="2981325"/>
            </a:xfrm>
            <a:custGeom>
              <a:avLst/>
              <a:gdLst/>
              <a:ahLst/>
              <a:cxnLst/>
              <a:rect l="l" t="t" r="r" b="b"/>
              <a:pathLst>
                <a:path w="3143250" h="2981325">
                  <a:moveTo>
                    <a:pt x="2818892" y="0"/>
                  </a:moveTo>
                  <a:lnTo>
                    <a:pt x="324357" y="0"/>
                  </a:lnTo>
                  <a:lnTo>
                    <a:pt x="276442" y="3518"/>
                  </a:lnTo>
                  <a:lnTo>
                    <a:pt x="230703" y="13738"/>
                  </a:lnTo>
                  <a:lnTo>
                    <a:pt x="187646" y="30157"/>
                  </a:lnTo>
                  <a:lnTo>
                    <a:pt x="147771" y="52273"/>
                  </a:lnTo>
                  <a:lnTo>
                    <a:pt x="111582" y="79582"/>
                  </a:lnTo>
                  <a:lnTo>
                    <a:pt x="79582" y="111582"/>
                  </a:lnTo>
                  <a:lnTo>
                    <a:pt x="52273" y="147771"/>
                  </a:lnTo>
                  <a:lnTo>
                    <a:pt x="30157" y="187646"/>
                  </a:lnTo>
                  <a:lnTo>
                    <a:pt x="13738" y="230703"/>
                  </a:lnTo>
                  <a:lnTo>
                    <a:pt x="3518" y="276442"/>
                  </a:lnTo>
                  <a:lnTo>
                    <a:pt x="0" y="324358"/>
                  </a:lnTo>
                  <a:lnTo>
                    <a:pt x="0" y="2656966"/>
                  </a:lnTo>
                  <a:lnTo>
                    <a:pt x="3518" y="2704882"/>
                  </a:lnTo>
                  <a:lnTo>
                    <a:pt x="13738" y="2750621"/>
                  </a:lnTo>
                  <a:lnTo>
                    <a:pt x="30157" y="2793678"/>
                  </a:lnTo>
                  <a:lnTo>
                    <a:pt x="52273" y="2833553"/>
                  </a:lnTo>
                  <a:lnTo>
                    <a:pt x="79582" y="2869742"/>
                  </a:lnTo>
                  <a:lnTo>
                    <a:pt x="111582" y="2901742"/>
                  </a:lnTo>
                  <a:lnTo>
                    <a:pt x="147771" y="2929051"/>
                  </a:lnTo>
                  <a:lnTo>
                    <a:pt x="187646" y="2951167"/>
                  </a:lnTo>
                  <a:lnTo>
                    <a:pt x="230703" y="2967586"/>
                  </a:lnTo>
                  <a:lnTo>
                    <a:pt x="276442" y="2977806"/>
                  </a:lnTo>
                  <a:lnTo>
                    <a:pt x="324357" y="2981325"/>
                  </a:lnTo>
                  <a:lnTo>
                    <a:pt x="2818892" y="2981325"/>
                  </a:lnTo>
                  <a:lnTo>
                    <a:pt x="2866807" y="2977806"/>
                  </a:lnTo>
                  <a:lnTo>
                    <a:pt x="2912546" y="2967586"/>
                  </a:lnTo>
                  <a:lnTo>
                    <a:pt x="2955603" y="2951167"/>
                  </a:lnTo>
                  <a:lnTo>
                    <a:pt x="2995478" y="2929051"/>
                  </a:lnTo>
                  <a:lnTo>
                    <a:pt x="3031667" y="2901742"/>
                  </a:lnTo>
                  <a:lnTo>
                    <a:pt x="3063667" y="2869742"/>
                  </a:lnTo>
                  <a:lnTo>
                    <a:pt x="3090976" y="2833553"/>
                  </a:lnTo>
                  <a:lnTo>
                    <a:pt x="3113092" y="2793678"/>
                  </a:lnTo>
                  <a:lnTo>
                    <a:pt x="3129511" y="2750621"/>
                  </a:lnTo>
                  <a:lnTo>
                    <a:pt x="3139731" y="2704882"/>
                  </a:lnTo>
                  <a:lnTo>
                    <a:pt x="3143250" y="2656966"/>
                  </a:lnTo>
                  <a:lnTo>
                    <a:pt x="3143250" y="324358"/>
                  </a:lnTo>
                  <a:lnTo>
                    <a:pt x="3139731" y="276442"/>
                  </a:lnTo>
                  <a:lnTo>
                    <a:pt x="3129511" y="230703"/>
                  </a:lnTo>
                  <a:lnTo>
                    <a:pt x="3113092" y="187646"/>
                  </a:lnTo>
                  <a:lnTo>
                    <a:pt x="3090976" y="147771"/>
                  </a:lnTo>
                  <a:lnTo>
                    <a:pt x="3063667" y="111582"/>
                  </a:lnTo>
                  <a:lnTo>
                    <a:pt x="3031667" y="79582"/>
                  </a:lnTo>
                  <a:lnTo>
                    <a:pt x="2995478" y="52273"/>
                  </a:lnTo>
                  <a:lnTo>
                    <a:pt x="2955603" y="30157"/>
                  </a:lnTo>
                  <a:lnTo>
                    <a:pt x="2912546" y="13738"/>
                  </a:lnTo>
                  <a:lnTo>
                    <a:pt x="2866807" y="3518"/>
                  </a:lnTo>
                  <a:lnTo>
                    <a:pt x="2818892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953750" y="23431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6003" y="3512"/>
                  </a:lnTo>
                  <a:lnTo>
                    <a:pt x="230332" y="13714"/>
                  </a:lnTo>
                  <a:lnTo>
                    <a:pt x="187340" y="30106"/>
                  </a:lnTo>
                  <a:lnTo>
                    <a:pt x="147528" y="52184"/>
                  </a:lnTo>
                  <a:lnTo>
                    <a:pt x="111397" y="79448"/>
                  </a:lnTo>
                  <a:lnTo>
                    <a:pt x="79448" y="111397"/>
                  </a:lnTo>
                  <a:lnTo>
                    <a:pt x="52184" y="147528"/>
                  </a:lnTo>
                  <a:lnTo>
                    <a:pt x="30106" y="187340"/>
                  </a:lnTo>
                  <a:lnTo>
                    <a:pt x="13714" y="230332"/>
                  </a:lnTo>
                  <a:lnTo>
                    <a:pt x="3512" y="276003"/>
                  </a:lnTo>
                  <a:lnTo>
                    <a:pt x="0" y="323850"/>
                  </a:lnTo>
                  <a:lnTo>
                    <a:pt x="3512" y="371696"/>
                  </a:lnTo>
                  <a:lnTo>
                    <a:pt x="13714" y="417367"/>
                  </a:lnTo>
                  <a:lnTo>
                    <a:pt x="30106" y="460359"/>
                  </a:lnTo>
                  <a:lnTo>
                    <a:pt x="52184" y="500171"/>
                  </a:lnTo>
                  <a:lnTo>
                    <a:pt x="79448" y="536302"/>
                  </a:lnTo>
                  <a:lnTo>
                    <a:pt x="111397" y="568251"/>
                  </a:lnTo>
                  <a:lnTo>
                    <a:pt x="147528" y="595515"/>
                  </a:lnTo>
                  <a:lnTo>
                    <a:pt x="187340" y="617593"/>
                  </a:lnTo>
                  <a:lnTo>
                    <a:pt x="230332" y="633985"/>
                  </a:lnTo>
                  <a:lnTo>
                    <a:pt x="276003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146487" y="2539472"/>
              <a:ext cx="262255" cy="245745"/>
            </a:xfrm>
            <a:custGeom>
              <a:avLst/>
              <a:gdLst/>
              <a:ahLst/>
              <a:cxnLst/>
              <a:rect l="l" t="t" r="r" b="b"/>
              <a:pathLst>
                <a:path w="262254" h="245744">
                  <a:moveTo>
                    <a:pt x="46138" y="245543"/>
                  </a:moveTo>
                  <a:lnTo>
                    <a:pt x="51605" y="241624"/>
                  </a:lnTo>
                  <a:lnTo>
                    <a:pt x="58577" y="236565"/>
                  </a:lnTo>
                  <a:lnTo>
                    <a:pt x="67054" y="230367"/>
                  </a:lnTo>
                  <a:lnTo>
                    <a:pt x="77035" y="223028"/>
                  </a:lnTo>
                </a:path>
                <a:path w="262254" h="245744">
                  <a:moveTo>
                    <a:pt x="102783" y="204119"/>
                  </a:moveTo>
                  <a:lnTo>
                    <a:pt x="104824" y="203282"/>
                  </a:lnTo>
                  <a:lnTo>
                    <a:pt x="106968" y="202963"/>
                  </a:lnTo>
                  <a:lnTo>
                    <a:pt x="125717" y="202944"/>
                  </a:lnTo>
                </a:path>
                <a:path w="262254" h="245744">
                  <a:moveTo>
                    <a:pt x="223116" y="202940"/>
                  </a:moveTo>
                  <a:lnTo>
                    <a:pt x="256920" y="184112"/>
                  </a:lnTo>
                  <a:lnTo>
                    <a:pt x="262198" y="165395"/>
                  </a:lnTo>
                  <a:lnTo>
                    <a:pt x="262228" y="151356"/>
                  </a:lnTo>
                </a:path>
                <a:path w="262254" h="245744">
                  <a:moveTo>
                    <a:pt x="262242" y="39565"/>
                  </a:moveTo>
                  <a:lnTo>
                    <a:pt x="241560" y="4052"/>
                  </a:lnTo>
                  <a:lnTo>
                    <a:pt x="227134" y="54"/>
                  </a:lnTo>
                  <a:lnTo>
                    <a:pt x="213570" y="4"/>
                  </a:lnTo>
                </a:path>
                <a:path w="262254" h="245744">
                  <a:moveTo>
                    <a:pt x="38061" y="0"/>
                  </a:moveTo>
                  <a:lnTo>
                    <a:pt x="3210" y="23195"/>
                  </a:lnTo>
                  <a:lnTo>
                    <a:pt x="19" y="41843"/>
                  </a:lnTo>
                  <a:lnTo>
                    <a:pt x="0" y="51695"/>
                  </a:lnTo>
                </a:path>
                <a:path w="262254" h="245744">
                  <a:moveTo>
                    <a:pt x="50" y="164185"/>
                  </a:moveTo>
                  <a:lnTo>
                    <a:pt x="19738" y="198016"/>
                  </a:lnTo>
                  <a:lnTo>
                    <a:pt x="34983" y="202583"/>
                  </a:lnTo>
                  <a:lnTo>
                    <a:pt x="46224" y="203028"/>
                  </a:lnTo>
                </a:path>
                <a:path w="262254" h="245744">
                  <a:moveTo>
                    <a:pt x="46224" y="203028"/>
                  </a:moveTo>
                  <a:lnTo>
                    <a:pt x="46138" y="245543"/>
                  </a:lnTo>
                </a:path>
                <a:path w="262254" h="245744">
                  <a:moveTo>
                    <a:pt x="145600" y="102810"/>
                  </a:moveTo>
                  <a:lnTo>
                    <a:pt x="145600" y="110976"/>
                  </a:lnTo>
                  <a:lnTo>
                    <a:pt x="139195" y="117598"/>
                  </a:lnTo>
                  <a:lnTo>
                    <a:pt x="131293" y="117598"/>
                  </a:lnTo>
                  <a:lnTo>
                    <a:pt x="123387" y="117598"/>
                  </a:lnTo>
                  <a:lnTo>
                    <a:pt x="116982" y="110976"/>
                  </a:lnTo>
                  <a:lnTo>
                    <a:pt x="116982" y="102810"/>
                  </a:lnTo>
                  <a:lnTo>
                    <a:pt x="116982" y="94645"/>
                  </a:lnTo>
                  <a:lnTo>
                    <a:pt x="123387" y="88023"/>
                  </a:lnTo>
                  <a:lnTo>
                    <a:pt x="131293" y="88023"/>
                  </a:lnTo>
                  <a:lnTo>
                    <a:pt x="139195" y="88023"/>
                  </a:lnTo>
                  <a:lnTo>
                    <a:pt x="145600" y="94645"/>
                  </a:lnTo>
                  <a:lnTo>
                    <a:pt x="145600" y="102810"/>
                  </a:lnTo>
                  <a:close/>
                </a:path>
                <a:path w="262254" h="245744">
                  <a:moveTo>
                    <a:pt x="143154" y="94591"/>
                  </a:moveTo>
                  <a:lnTo>
                    <a:pt x="144176" y="96039"/>
                  </a:lnTo>
                </a:path>
                <a:path w="262254" h="245744">
                  <a:moveTo>
                    <a:pt x="82458" y="102818"/>
                  </a:moveTo>
                  <a:lnTo>
                    <a:pt x="82458" y="110938"/>
                  </a:lnTo>
                  <a:lnTo>
                    <a:pt x="76087" y="117525"/>
                  </a:lnTo>
                  <a:lnTo>
                    <a:pt x="68225" y="117525"/>
                  </a:lnTo>
                  <a:lnTo>
                    <a:pt x="60363" y="117525"/>
                  </a:lnTo>
                  <a:lnTo>
                    <a:pt x="53992" y="110938"/>
                  </a:lnTo>
                  <a:lnTo>
                    <a:pt x="53992" y="102818"/>
                  </a:lnTo>
                  <a:lnTo>
                    <a:pt x="53992" y="94694"/>
                  </a:lnTo>
                  <a:lnTo>
                    <a:pt x="60363" y="88107"/>
                  </a:lnTo>
                  <a:lnTo>
                    <a:pt x="68225" y="88107"/>
                  </a:lnTo>
                  <a:lnTo>
                    <a:pt x="76087" y="88107"/>
                  </a:lnTo>
                  <a:lnTo>
                    <a:pt x="82458" y="94694"/>
                  </a:lnTo>
                  <a:lnTo>
                    <a:pt x="82458" y="102818"/>
                  </a:lnTo>
                  <a:close/>
                </a:path>
                <a:path w="262254" h="245744">
                  <a:moveTo>
                    <a:pt x="76373" y="114959"/>
                  </a:moveTo>
                  <a:lnTo>
                    <a:pt x="78283" y="113734"/>
                  </a:lnTo>
                </a:path>
                <a:path w="262254" h="245744">
                  <a:moveTo>
                    <a:pt x="208460" y="102799"/>
                  </a:moveTo>
                  <a:lnTo>
                    <a:pt x="208460" y="110930"/>
                  </a:lnTo>
                  <a:lnTo>
                    <a:pt x="202081" y="117521"/>
                  </a:lnTo>
                  <a:lnTo>
                    <a:pt x="194212" y="117521"/>
                  </a:lnTo>
                  <a:lnTo>
                    <a:pt x="186343" y="117521"/>
                  </a:lnTo>
                  <a:lnTo>
                    <a:pt x="179964" y="110930"/>
                  </a:lnTo>
                  <a:lnTo>
                    <a:pt x="179964" y="102799"/>
                  </a:lnTo>
                  <a:lnTo>
                    <a:pt x="179961" y="94668"/>
                  </a:lnTo>
                  <a:lnTo>
                    <a:pt x="186343" y="88077"/>
                  </a:lnTo>
                  <a:lnTo>
                    <a:pt x="194212" y="88077"/>
                  </a:lnTo>
                  <a:lnTo>
                    <a:pt x="202081" y="88077"/>
                  </a:lnTo>
                  <a:lnTo>
                    <a:pt x="208460" y="94668"/>
                  </a:lnTo>
                  <a:lnTo>
                    <a:pt x="208460" y="102799"/>
                  </a:lnTo>
                  <a:close/>
                </a:path>
                <a:path w="262254" h="245744">
                  <a:moveTo>
                    <a:pt x="77035" y="223028"/>
                  </a:moveTo>
                  <a:lnTo>
                    <a:pt x="102783" y="204119"/>
                  </a:lnTo>
                </a:path>
                <a:path w="262254" h="245744">
                  <a:moveTo>
                    <a:pt x="198290" y="117026"/>
                  </a:moveTo>
                  <a:lnTo>
                    <a:pt x="200457" y="116469"/>
                  </a:lnTo>
                </a:path>
                <a:path w="262254" h="245744">
                  <a:moveTo>
                    <a:pt x="125717" y="202944"/>
                  </a:moveTo>
                  <a:lnTo>
                    <a:pt x="223116" y="202940"/>
                  </a:lnTo>
                </a:path>
                <a:path w="262254" h="245744">
                  <a:moveTo>
                    <a:pt x="262228" y="151356"/>
                  </a:moveTo>
                  <a:lnTo>
                    <a:pt x="262242" y="39565"/>
                  </a:lnTo>
                </a:path>
                <a:path w="262254" h="245744">
                  <a:moveTo>
                    <a:pt x="213570" y="4"/>
                  </a:moveTo>
                  <a:lnTo>
                    <a:pt x="38061" y="0"/>
                  </a:lnTo>
                </a:path>
                <a:path w="262254" h="245744">
                  <a:moveTo>
                    <a:pt x="0" y="51695"/>
                  </a:moveTo>
                  <a:lnTo>
                    <a:pt x="50" y="164185"/>
                  </a:lnTo>
                </a:path>
              </a:pathLst>
            </a:custGeom>
            <a:ln w="118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0946765" y="3157918"/>
            <a:ext cx="2660015" cy="1074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comments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60">
                <a:solidFill>
                  <a:srgbClr val="D6D3CC"/>
                </a:solidFill>
                <a:latin typeface="Trebuchet MS"/>
                <a:cs typeface="Trebuchet MS"/>
              </a:rPr>
              <a:t>Комментарии</a:t>
            </a:r>
            <a:r>
              <a:rPr dirty="0" sz="1700" spc="-1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к</a:t>
            </a:r>
            <a:r>
              <a:rPr dirty="0" sz="1700" spc="-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D6D3CC"/>
                </a:solidFill>
                <a:latin typeface="Trebuchet MS"/>
                <a:cs typeface="Trebuchet MS"/>
              </a:rPr>
              <a:t>темам</a:t>
            </a:r>
            <a:r>
              <a:rPr dirty="0" sz="1700" spc="-1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D6D3CC"/>
                </a:solidFill>
                <a:latin typeface="Trebuchet MS"/>
                <a:cs typeface="Trebuchet MS"/>
              </a:rPr>
              <a:t>на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форуме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52475" y="5286375"/>
            <a:ext cx="3143250" cy="2333625"/>
            <a:chOff x="752475" y="5286375"/>
            <a:chExt cx="3143250" cy="2333625"/>
          </a:xfrm>
        </p:grpSpPr>
        <p:sp>
          <p:nvSpPr>
            <p:cNvPr id="28" name="object 28" descr=""/>
            <p:cNvSpPr/>
            <p:nvPr/>
          </p:nvSpPr>
          <p:spPr>
            <a:xfrm>
              <a:off x="752475" y="5286375"/>
              <a:ext cx="3143250" cy="2333625"/>
            </a:xfrm>
            <a:custGeom>
              <a:avLst/>
              <a:gdLst/>
              <a:ahLst/>
              <a:cxnLst/>
              <a:rect l="l" t="t" r="r" b="b"/>
              <a:pathLst>
                <a:path w="3143250" h="2333625">
                  <a:moveTo>
                    <a:pt x="2818765" y="0"/>
                  </a:moveTo>
                  <a:lnTo>
                    <a:pt x="324510" y="0"/>
                  </a:lnTo>
                  <a:lnTo>
                    <a:pt x="276556" y="3518"/>
                  </a:lnTo>
                  <a:lnTo>
                    <a:pt x="230787" y="13739"/>
                  </a:lnTo>
                  <a:lnTo>
                    <a:pt x="187704" y="30160"/>
                  </a:lnTo>
                  <a:lnTo>
                    <a:pt x="147810" y="52279"/>
                  </a:lnTo>
                  <a:lnTo>
                    <a:pt x="111607" y="79594"/>
                  </a:lnTo>
                  <a:lnTo>
                    <a:pt x="79596" y="111603"/>
                  </a:lnTo>
                  <a:lnTo>
                    <a:pt x="52280" y="147804"/>
                  </a:lnTo>
                  <a:lnTo>
                    <a:pt x="30160" y="187695"/>
                  </a:lnTo>
                  <a:lnTo>
                    <a:pt x="13739" y="230773"/>
                  </a:lnTo>
                  <a:lnTo>
                    <a:pt x="3518" y="276537"/>
                  </a:lnTo>
                  <a:lnTo>
                    <a:pt x="0" y="324485"/>
                  </a:lnTo>
                  <a:lnTo>
                    <a:pt x="0" y="2009114"/>
                  </a:lnTo>
                  <a:lnTo>
                    <a:pt x="3518" y="2057068"/>
                  </a:lnTo>
                  <a:lnTo>
                    <a:pt x="13739" y="2102837"/>
                  </a:lnTo>
                  <a:lnTo>
                    <a:pt x="30160" y="2145920"/>
                  </a:lnTo>
                  <a:lnTo>
                    <a:pt x="52280" y="2185814"/>
                  </a:lnTo>
                  <a:lnTo>
                    <a:pt x="79596" y="2222017"/>
                  </a:lnTo>
                  <a:lnTo>
                    <a:pt x="111607" y="2254028"/>
                  </a:lnTo>
                  <a:lnTo>
                    <a:pt x="147810" y="2281344"/>
                  </a:lnTo>
                  <a:lnTo>
                    <a:pt x="187704" y="2303464"/>
                  </a:lnTo>
                  <a:lnTo>
                    <a:pt x="230787" y="2319885"/>
                  </a:lnTo>
                  <a:lnTo>
                    <a:pt x="276556" y="2330106"/>
                  </a:lnTo>
                  <a:lnTo>
                    <a:pt x="324510" y="2333625"/>
                  </a:lnTo>
                  <a:lnTo>
                    <a:pt x="2818765" y="2333625"/>
                  </a:lnTo>
                  <a:lnTo>
                    <a:pt x="2866712" y="2330106"/>
                  </a:lnTo>
                  <a:lnTo>
                    <a:pt x="2912476" y="2319885"/>
                  </a:lnTo>
                  <a:lnTo>
                    <a:pt x="2955554" y="2303464"/>
                  </a:lnTo>
                  <a:lnTo>
                    <a:pt x="2995445" y="2281344"/>
                  </a:lnTo>
                  <a:lnTo>
                    <a:pt x="3031646" y="2254028"/>
                  </a:lnTo>
                  <a:lnTo>
                    <a:pt x="3063655" y="2222017"/>
                  </a:lnTo>
                  <a:lnTo>
                    <a:pt x="3090970" y="2185814"/>
                  </a:lnTo>
                  <a:lnTo>
                    <a:pt x="3113089" y="2145920"/>
                  </a:lnTo>
                  <a:lnTo>
                    <a:pt x="3129510" y="2102837"/>
                  </a:lnTo>
                  <a:lnTo>
                    <a:pt x="3139731" y="2057068"/>
                  </a:lnTo>
                  <a:lnTo>
                    <a:pt x="3143250" y="2009114"/>
                  </a:lnTo>
                  <a:lnTo>
                    <a:pt x="3143250" y="324485"/>
                  </a:lnTo>
                  <a:lnTo>
                    <a:pt x="3139731" y="276537"/>
                  </a:lnTo>
                  <a:lnTo>
                    <a:pt x="3129510" y="230773"/>
                  </a:lnTo>
                  <a:lnTo>
                    <a:pt x="3113089" y="187695"/>
                  </a:lnTo>
                  <a:lnTo>
                    <a:pt x="3090970" y="147804"/>
                  </a:lnTo>
                  <a:lnTo>
                    <a:pt x="3063655" y="111603"/>
                  </a:lnTo>
                  <a:lnTo>
                    <a:pt x="3031646" y="79594"/>
                  </a:lnTo>
                  <a:lnTo>
                    <a:pt x="2995445" y="52279"/>
                  </a:lnTo>
                  <a:lnTo>
                    <a:pt x="2955554" y="30160"/>
                  </a:lnTo>
                  <a:lnTo>
                    <a:pt x="2912476" y="13739"/>
                  </a:lnTo>
                  <a:lnTo>
                    <a:pt x="2866712" y="3518"/>
                  </a:lnTo>
                  <a:lnTo>
                    <a:pt x="2818765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71550" y="55054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5994" y="3512"/>
                  </a:lnTo>
                  <a:lnTo>
                    <a:pt x="230319" y="13714"/>
                  </a:lnTo>
                  <a:lnTo>
                    <a:pt x="187324" y="30106"/>
                  </a:lnTo>
                  <a:lnTo>
                    <a:pt x="147511" y="52184"/>
                  </a:lnTo>
                  <a:lnTo>
                    <a:pt x="111381" y="79448"/>
                  </a:lnTo>
                  <a:lnTo>
                    <a:pt x="79436" y="111397"/>
                  </a:lnTo>
                  <a:lnTo>
                    <a:pt x="52175" y="147528"/>
                  </a:lnTo>
                  <a:lnTo>
                    <a:pt x="30099" y="187340"/>
                  </a:lnTo>
                  <a:lnTo>
                    <a:pt x="13711" y="230332"/>
                  </a:lnTo>
                  <a:lnTo>
                    <a:pt x="3511" y="276003"/>
                  </a:lnTo>
                  <a:lnTo>
                    <a:pt x="0" y="323850"/>
                  </a:lnTo>
                  <a:lnTo>
                    <a:pt x="3511" y="371696"/>
                  </a:lnTo>
                  <a:lnTo>
                    <a:pt x="13711" y="417367"/>
                  </a:lnTo>
                  <a:lnTo>
                    <a:pt x="30099" y="460359"/>
                  </a:lnTo>
                  <a:lnTo>
                    <a:pt x="52175" y="500171"/>
                  </a:lnTo>
                  <a:lnTo>
                    <a:pt x="79436" y="536302"/>
                  </a:lnTo>
                  <a:lnTo>
                    <a:pt x="111381" y="568251"/>
                  </a:lnTo>
                  <a:lnTo>
                    <a:pt x="147511" y="595515"/>
                  </a:lnTo>
                  <a:lnTo>
                    <a:pt x="187324" y="617593"/>
                  </a:lnTo>
                  <a:lnTo>
                    <a:pt x="230319" y="633985"/>
                  </a:lnTo>
                  <a:lnTo>
                    <a:pt x="275994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1379" y="5692382"/>
              <a:ext cx="268058" cy="273850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959802" y="6328727"/>
            <a:ext cx="1454785" cy="741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forum_posts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50">
                <a:solidFill>
                  <a:srgbClr val="D6D3CC"/>
                </a:solidFill>
                <a:latin typeface="Trebuchet MS"/>
                <a:cs typeface="Trebuchet MS"/>
              </a:rPr>
              <a:t>Темы</a:t>
            </a:r>
            <a:r>
              <a:rPr dirty="0" sz="1700" spc="-1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форума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6225" y="5286375"/>
            <a:ext cx="3133725" cy="2333625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4288790" y="6328727"/>
            <a:ext cx="1782445" cy="741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ratings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60">
                <a:solidFill>
                  <a:srgbClr val="D6D3CC"/>
                </a:solidFill>
                <a:latin typeface="Trebuchet MS"/>
                <a:cs typeface="Trebuchet MS"/>
              </a:rPr>
              <a:t>Оценки</a:t>
            </a:r>
            <a:r>
              <a:rPr dirty="0" sz="1700" spc="-1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фильмов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410450" y="5286375"/>
            <a:ext cx="3133725" cy="2333625"/>
            <a:chOff x="7410450" y="5286375"/>
            <a:chExt cx="3133725" cy="2333625"/>
          </a:xfrm>
        </p:grpSpPr>
        <p:sp>
          <p:nvSpPr>
            <p:cNvPr id="35" name="object 35" descr=""/>
            <p:cNvSpPr/>
            <p:nvPr/>
          </p:nvSpPr>
          <p:spPr>
            <a:xfrm>
              <a:off x="7410450" y="5286375"/>
              <a:ext cx="3133725" cy="2333625"/>
            </a:xfrm>
            <a:custGeom>
              <a:avLst/>
              <a:gdLst/>
              <a:ahLst/>
              <a:cxnLst/>
              <a:rect l="l" t="t" r="r" b="b"/>
              <a:pathLst>
                <a:path w="3133725" h="2333625">
                  <a:moveTo>
                    <a:pt x="2809240" y="0"/>
                  </a:moveTo>
                  <a:lnTo>
                    <a:pt x="324484" y="0"/>
                  </a:lnTo>
                  <a:lnTo>
                    <a:pt x="276537" y="3518"/>
                  </a:lnTo>
                  <a:lnTo>
                    <a:pt x="230773" y="13739"/>
                  </a:lnTo>
                  <a:lnTo>
                    <a:pt x="187695" y="30160"/>
                  </a:lnTo>
                  <a:lnTo>
                    <a:pt x="147804" y="52279"/>
                  </a:lnTo>
                  <a:lnTo>
                    <a:pt x="111603" y="79594"/>
                  </a:lnTo>
                  <a:lnTo>
                    <a:pt x="79594" y="111603"/>
                  </a:lnTo>
                  <a:lnTo>
                    <a:pt x="52279" y="147804"/>
                  </a:lnTo>
                  <a:lnTo>
                    <a:pt x="30160" y="187695"/>
                  </a:lnTo>
                  <a:lnTo>
                    <a:pt x="13739" y="230773"/>
                  </a:lnTo>
                  <a:lnTo>
                    <a:pt x="3518" y="276537"/>
                  </a:lnTo>
                  <a:lnTo>
                    <a:pt x="0" y="324485"/>
                  </a:lnTo>
                  <a:lnTo>
                    <a:pt x="0" y="2009114"/>
                  </a:lnTo>
                  <a:lnTo>
                    <a:pt x="3518" y="2057068"/>
                  </a:lnTo>
                  <a:lnTo>
                    <a:pt x="13739" y="2102837"/>
                  </a:lnTo>
                  <a:lnTo>
                    <a:pt x="30160" y="2145920"/>
                  </a:lnTo>
                  <a:lnTo>
                    <a:pt x="52279" y="2185814"/>
                  </a:lnTo>
                  <a:lnTo>
                    <a:pt x="79594" y="2222017"/>
                  </a:lnTo>
                  <a:lnTo>
                    <a:pt x="111603" y="2254028"/>
                  </a:lnTo>
                  <a:lnTo>
                    <a:pt x="147804" y="2281344"/>
                  </a:lnTo>
                  <a:lnTo>
                    <a:pt x="187695" y="2303464"/>
                  </a:lnTo>
                  <a:lnTo>
                    <a:pt x="230773" y="2319885"/>
                  </a:lnTo>
                  <a:lnTo>
                    <a:pt x="276537" y="2330106"/>
                  </a:lnTo>
                  <a:lnTo>
                    <a:pt x="324484" y="2333625"/>
                  </a:lnTo>
                  <a:lnTo>
                    <a:pt x="2809240" y="2333625"/>
                  </a:lnTo>
                  <a:lnTo>
                    <a:pt x="2857187" y="2330106"/>
                  </a:lnTo>
                  <a:lnTo>
                    <a:pt x="2902951" y="2319885"/>
                  </a:lnTo>
                  <a:lnTo>
                    <a:pt x="2946029" y="2303464"/>
                  </a:lnTo>
                  <a:lnTo>
                    <a:pt x="2985920" y="2281344"/>
                  </a:lnTo>
                  <a:lnTo>
                    <a:pt x="3022121" y="2254028"/>
                  </a:lnTo>
                  <a:lnTo>
                    <a:pt x="3054130" y="2222017"/>
                  </a:lnTo>
                  <a:lnTo>
                    <a:pt x="3081445" y="2185814"/>
                  </a:lnTo>
                  <a:lnTo>
                    <a:pt x="3103564" y="2145920"/>
                  </a:lnTo>
                  <a:lnTo>
                    <a:pt x="3119985" y="2102837"/>
                  </a:lnTo>
                  <a:lnTo>
                    <a:pt x="3130206" y="2057068"/>
                  </a:lnTo>
                  <a:lnTo>
                    <a:pt x="3133725" y="2009114"/>
                  </a:lnTo>
                  <a:lnTo>
                    <a:pt x="3133725" y="324485"/>
                  </a:lnTo>
                  <a:lnTo>
                    <a:pt x="3130206" y="276537"/>
                  </a:lnTo>
                  <a:lnTo>
                    <a:pt x="3119985" y="230773"/>
                  </a:lnTo>
                  <a:lnTo>
                    <a:pt x="3103564" y="187695"/>
                  </a:lnTo>
                  <a:lnTo>
                    <a:pt x="3081445" y="147804"/>
                  </a:lnTo>
                  <a:lnTo>
                    <a:pt x="3054130" y="111603"/>
                  </a:lnTo>
                  <a:lnTo>
                    <a:pt x="3022121" y="79594"/>
                  </a:lnTo>
                  <a:lnTo>
                    <a:pt x="2985920" y="52279"/>
                  </a:lnTo>
                  <a:lnTo>
                    <a:pt x="2946029" y="30160"/>
                  </a:lnTo>
                  <a:lnTo>
                    <a:pt x="2902951" y="13739"/>
                  </a:lnTo>
                  <a:lnTo>
                    <a:pt x="2857187" y="3518"/>
                  </a:lnTo>
                  <a:lnTo>
                    <a:pt x="2809240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629525" y="55054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6003" y="3512"/>
                  </a:lnTo>
                  <a:lnTo>
                    <a:pt x="230332" y="13714"/>
                  </a:lnTo>
                  <a:lnTo>
                    <a:pt x="187340" y="30106"/>
                  </a:lnTo>
                  <a:lnTo>
                    <a:pt x="147528" y="52184"/>
                  </a:lnTo>
                  <a:lnTo>
                    <a:pt x="111397" y="79448"/>
                  </a:lnTo>
                  <a:lnTo>
                    <a:pt x="79448" y="111397"/>
                  </a:lnTo>
                  <a:lnTo>
                    <a:pt x="52184" y="147528"/>
                  </a:lnTo>
                  <a:lnTo>
                    <a:pt x="30106" y="187340"/>
                  </a:lnTo>
                  <a:lnTo>
                    <a:pt x="13714" y="230332"/>
                  </a:lnTo>
                  <a:lnTo>
                    <a:pt x="3512" y="276003"/>
                  </a:lnTo>
                  <a:lnTo>
                    <a:pt x="0" y="323850"/>
                  </a:lnTo>
                  <a:lnTo>
                    <a:pt x="3512" y="371696"/>
                  </a:lnTo>
                  <a:lnTo>
                    <a:pt x="13714" y="417367"/>
                  </a:lnTo>
                  <a:lnTo>
                    <a:pt x="30106" y="460359"/>
                  </a:lnTo>
                  <a:lnTo>
                    <a:pt x="52184" y="500171"/>
                  </a:lnTo>
                  <a:lnTo>
                    <a:pt x="79448" y="536302"/>
                  </a:lnTo>
                  <a:lnTo>
                    <a:pt x="111397" y="568251"/>
                  </a:lnTo>
                  <a:lnTo>
                    <a:pt x="147528" y="595515"/>
                  </a:lnTo>
                  <a:lnTo>
                    <a:pt x="187340" y="617593"/>
                  </a:lnTo>
                  <a:lnTo>
                    <a:pt x="230332" y="633985"/>
                  </a:lnTo>
                  <a:lnTo>
                    <a:pt x="276003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7258" y="5707861"/>
              <a:ext cx="282753" cy="242700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7617714" y="6328727"/>
            <a:ext cx="2663190" cy="741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favorites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80">
                <a:solidFill>
                  <a:srgbClr val="D6D3CC"/>
                </a:solidFill>
                <a:latin typeface="Trebuchet MS"/>
                <a:cs typeface="Trebuchet MS"/>
              </a:rPr>
              <a:t>Избранное</a:t>
            </a:r>
            <a:r>
              <a:rPr dirty="0" sz="1700" spc="-1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пользователя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734675" y="5286375"/>
            <a:ext cx="3143250" cy="2333625"/>
            <a:chOff x="10734675" y="5286375"/>
            <a:chExt cx="3143250" cy="2333625"/>
          </a:xfrm>
        </p:grpSpPr>
        <p:sp>
          <p:nvSpPr>
            <p:cNvPr id="40" name="object 40" descr=""/>
            <p:cNvSpPr/>
            <p:nvPr/>
          </p:nvSpPr>
          <p:spPr>
            <a:xfrm>
              <a:off x="10734675" y="5286375"/>
              <a:ext cx="3143250" cy="2333625"/>
            </a:xfrm>
            <a:custGeom>
              <a:avLst/>
              <a:gdLst/>
              <a:ahLst/>
              <a:cxnLst/>
              <a:rect l="l" t="t" r="r" b="b"/>
              <a:pathLst>
                <a:path w="3143250" h="2333625">
                  <a:moveTo>
                    <a:pt x="2818765" y="0"/>
                  </a:moveTo>
                  <a:lnTo>
                    <a:pt x="324484" y="0"/>
                  </a:lnTo>
                  <a:lnTo>
                    <a:pt x="276537" y="3518"/>
                  </a:lnTo>
                  <a:lnTo>
                    <a:pt x="230773" y="13739"/>
                  </a:lnTo>
                  <a:lnTo>
                    <a:pt x="187695" y="30160"/>
                  </a:lnTo>
                  <a:lnTo>
                    <a:pt x="147804" y="52279"/>
                  </a:lnTo>
                  <a:lnTo>
                    <a:pt x="111603" y="79594"/>
                  </a:lnTo>
                  <a:lnTo>
                    <a:pt x="79594" y="111603"/>
                  </a:lnTo>
                  <a:lnTo>
                    <a:pt x="52279" y="147804"/>
                  </a:lnTo>
                  <a:lnTo>
                    <a:pt x="30160" y="187695"/>
                  </a:lnTo>
                  <a:lnTo>
                    <a:pt x="13739" y="230773"/>
                  </a:lnTo>
                  <a:lnTo>
                    <a:pt x="3518" y="276537"/>
                  </a:lnTo>
                  <a:lnTo>
                    <a:pt x="0" y="324485"/>
                  </a:lnTo>
                  <a:lnTo>
                    <a:pt x="0" y="2009114"/>
                  </a:lnTo>
                  <a:lnTo>
                    <a:pt x="3518" y="2057068"/>
                  </a:lnTo>
                  <a:lnTo>
                    <a:pt x="13739" y="2102837"/>
                  </a:lnTo>
                  <a:lnTo>
                    <a:pt x="30160" y="2145920"/>
                  </a:lnTo>
                  <a:lnTo>
                    <a:pt x="52279" y="2185814"/>
                  </a:lnTo>
                  <a:lnTo>
                    <a:pt x="79594" y="2222017"/>
                  </a:lnTo>
                  <a:lnTo>
                    <a:pt x="111603" y="2254028"/>
                  </a:lnTo>
                  <a:lnTo>
                    <a:pt x="147804" y="2281344"/>
                  </a:lnTo>
                  <a:lnTo>
                    <a:pt x="187695" y="2303464"/>
                  </a:lnTo>
                  <a:lnTo>
                    <a:pt x="230773" y="2319885"/>
                  </a:lnTo>
                  <a:lnTo>
                    <a:pt x="276537" y="2330106"/>
                  </a:lnTo>
                  <a:lnTo>
                    <a:pt x="324484" y="2333625"/>
                  </a:lnTo>
                  <a:lnTo>
                    <a:pt x="2818765" y="2333625"/>
                  </a:lnTo>
                  <a:lnTo>
                    <a:pt x="2866712" y="2330106"/>
                  </a:lnTo>
                  <a:lnTo>
                    <a:pt x="2912476" y="2319885"/>
                  </a:lnTo>
                  <a:lnTo>
                    <a:pt x="2955554" y="2303464"/>
                  </a:lnTo>
                  <a:lnTo>
                    <a:pt x="2995445" y="2281344"/>
                  </a:lnTo>
                  <a:lnTo>
                    <a:pt x="3031646" y="2254028"/>
                  </a:lnTo>
                  <a:lnTo>
                    <a:pt x="3063655" y="2222017"/>
                  </a:lnTo>
                  <a:lnTo>
                    <a:pt x="3090970" y="2185814"/>
                  </a:lnTo>
                  <a:lnTo>
                    <a:pt x="3113089" y="2145920"/>
                  </a:lnTo>
                  <a:lnTo>
                    <a:pt x="3129510" y="2102837"/>
                  </a:lnTo>
                  <a:lnTo>
                    <a:pt x="3139731" y="2057068"/>
                  </a:lnTo>
                  <a:lnTo>
                    <a:pt x="3143250" y="2009114"/>
                  </a:lnTo>
                  <a:lnTo>
                    <a:pt x="3143250" y="324485"/>
                  </a:lnTo>
                  <a:lnTo>
                    <a:pt x="3139731" y="276537"/>
                  </a:lnTo>
                  <a:lnTo>
                    <a:pt x="3129510" y="230773"/>
                  </a:lnTo>
                  <a:lnTo>
                    <a:pt x="3113089" y="187695"/>
                  </a:lnTo>
                  <a:lnTo>
                    <a:pt x="3090970" y="147804"/>
                  </a:lnTo>
                  <a:lnTo>
                    <a:pt x="3063655" y="111603"/>
                  </a:lnTo>
                  <a:lnTo>
                    <a:pt x="3031646" y="79594"/>
                  </a:lnTo>
                  <a:lnTo>
                    <a:pt x="2995445" y="52279"/>
                  </a:lnTo>
                  <a:lnTo>
                    <a:pt x="2955554" y="30160"/>
                  </a:lnTo>
                  <a:lnTo>
                    <a:pt x="2912476" y="13739"/>
                  </a:lnTo>
                  <a:lnTo>
                    <a:pt x="2866712" y="3518"/>
                  </a:lnTo>
                  <a:lnTo>
                    <a:pt x="2818765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953750" y="5505450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323850" y="0"/>
                  </a:moveTo>
                  <a:lnTo>
                    <a:pt x="276003" y="3512"/>
                  </a:lnTo>
                  <a:lnTo>
                    <a:pt x="230332" y="13714"/>
                  </a:lnTo>
                  <a:lnTo>
                    <a:pt x="187340" y="30106"/>
                  </a:lnTo>
                  <a:lnTo>
                    <a:pt x="147528" y="52184"/>
                  </a:lnTo>
                  <a:lnTo>
                    <a:pt x="111397" y="79448"/>
                  </a:lnTo>
                  <a:lnTo>
                    <a:pt x="79448" y="111397"/>
                  </a:lnTo>
                  <a:lnTo>
                    <a:pt x="52184" y="147528"/>
                  </a:lnTo>
                  <a:lnTo>
                    <a:pt x="30106" y="187340"/>
                  </a:lnTo>
                  <a:lnTo>
                    <a:pt x="13714" y="230332"/>
                  </a:lnTo>
                  <a:lnTo>
                    <a:pt x="3512" y="276003"/>
                  </a:lnTo>
                  <a:lnTo>
                    <a:pt x="0" y="323850"/>
                  </a:lnTo>
                  <a:lnTo>
                    <a:pt x="3512" y="371696"/>
                  </a:lnTo>
                  <a:lnTo>
                    <a:pt x="13714" y="417367"/>
                  </a:lnTo>
                  <a:lnTo>
                    <a:pt x="30106" y="460359"/>
                  </a:lnTo>
                  <a:lnTo>
                    <a:pt x="52184" y="500171"/>
                  </a:lnTo>
                  <a:lnTo>
                    <a:pt x="79448" y="536302"/>
                  </a:lnTo>
                  <a:lnTo>
                    <a:pt x="111397" y="568251"/>
                  </a:lnTo>
                  <a:lnTo>
                    <a:pt x="147528" y="595515"/>
                  </a:lnTo>
                  <a:lnTo>
                    <a:pt x="187340" y="617593"/>
                  </a:lnTo>
                  <a:lnTo>
                    <a:pt x="230332" y="633985"/>
                  </a:lnTo>
                  <a:lnTo>
                    <a:pt x="276003" y="644187"/>
                  </a:lnTo>
                  <a:lnTo>
                    <a:pt x="323850" y="647700"/>
                  </a:lnTo>
                  <a:lnTo>
                    <a:pt x="371696" y="644187"/>
                  </a:lnTo>
                  <a:lnTo>
                    <a:pt x="417367" y="633985"/>
                  </a:lnTo>
                  <a:lnTo>
                    <a:pt x="460359" y="617593"/>
                  </a:lnTo>
                  <a:lnTo>
                    <a:pt x="500171" y="595515"/>
                  </a:lnTo>
                  <a:lnTo>
                    <a:pt x="536302" y="568251"/>
                  </a:lnTo>
                  <a:lnTo>
                    <a:pt x="568251" y="536302"/>
                  </a:lnTo>
                  <a:lnTo>
                    <a:pt x="595515" y="500171"/>
                  </a:lnTo>
                  <a:lnTo>
                    <a:pt x="617593" y="460359"/>
                  </a:lnTo>
                  <a:lnTo>
                    <a:pt x="633985" y="417367"/>
                  </a:lnTo>
                  <a:lnTo>
                    <a:pt x="644187" y="371696"/>
                  </a:lnTo>
                  <a:lnTo>
                    <a:pt x="647700" y="323850"/>
                  </a:lnTo>
                  <a:lnTo>
                    <a:pt x="644187" y="276003"/>
                  </a:lnTo>
                  <a:lnTo>
                    <a:pt x="633985" y="230332"/>
                  </a:lnTo>
                  <a:lnTo>
                    <a:pt x="617593" y="187340"/>
                  </a:lnTo>
                  <a:lnTo>
                    <a:pt x="595515" y="147528"/>
                  </a:lnTo>
                  <a:lnTo>
                    <a:pt x="568251" y="111397"/>
                  </a:lnTo>
                  <a:lnTo>
                    <a:pt x="536302" y="79448"/>
                  </a:lnTo>
                  <a:lnTo>
                    <a:pt x="500171" y="52184"/>
                  </a:lnTo>
                  <a:lnTo>
                    <a:pt x="460359" y="30106"/>
                  </a:lnTo>
                  <a:lnTo>
                    <a:pt x="417367" y="13714"/>
                  </a:lnTo>
                  <a:lnTo>
                    <a:pt x="371696" y="3512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E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40680" y="5730637"/>
              <a:ext cx="273854" cy="197341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0946765" y="6328727"/>
            <a:ext cx="2310765" cy="1074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6D3CC"/>
                </a:solidFill>
                <a:latin typeface="Calibri"/>
                <a:cs typeface="Calibri"/>
              </a:rPr>
              <a:t>contact_messages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00" spc="80">
                <a:solidFill>
                  <a:srgbClr val="D6D3CC"/>
                </a:solidFill>
                <a:latin typeface="Trebuchet MS"/>
                <a:cs typeface="Trebuchet MS"/>
              </a:rPr>
              <a:t>Сообщения</a:t>
            </a:r>
            <a:r>
              <a:rPr dirty="0" sz="170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D6D3CC"/>
                </a:solidFill>
                <a:latin typeface="Trebuchet MS"/>
                <a:cs typeface="Trebuchet MS"/>
              </a:rPr>
              <a:t>из</a:t>
            </a:r>
            <a:r>
              <a:rPr dirty="0" sz="170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6D3CC"/>
                </a:solidFill>
                <a:latin typeface="Trebuchet MS"/>
                <a:cs typeface="Trebuchet MS"/>
              </a:rPr>
              <a:t>формы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700" spc="70">
                <a:solidFill>
                  <a:srgbClr val="D6D3CC"/>
                </a:solidFill>
                <a:latin typeface="Trebuchet MS"/>
                <a:cs typeface="Trebuchet MS"/>
              </a:rPr>
              <a:t>обратной</a:t>
            </a:r>
            <a:r>
              <a:rPr dirty="0" sz="1700" spc="-9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D6D3CC"/>
                </a:solidFill>
                <a:latin typeface="Trebuchet MS"/>
                <a:cs typeface="Trebuchet MS"/>
              </a:rPr>
              <a:t>связи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753348"/>
            <a:ext cx="2517775" cy="482600"/>
            <a:chOff x="12047601" y="7753348"/>
            <a:chExt cx="2517775" cy="48260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2505075" y="404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404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404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61820" y="478408"/>
            <a:ext cx="2912745" cy="4953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50"/>
              <a:t>Маршруты</a:t>
            </a:r>
            <a:r>
              <a:rPr dirty="0" sz="3050" spc="100"/>
              <a:t> </a:t>
            </a:r>
            <a:r>
              <a:rPr dirty="0" sz="3050" spc="-20"/>
              <a:t>сайта</a:t>
            </a:r>
            <a:endParaRPr sz="3050"/>
          </a:p>
        </p:txBody>
      </p:sp>
      <p:sp>
        <p:nvSpPr>
          <p:cNvPr id="6" name="object 6" descr=""/>
          <p:cNvSpPr/>
          <p:nvPr/>
        </p:nvSpPr>
        <p:spPr>
          <a:xfrm>
            <a:off x="1876425" y="1924050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371080" y="1643697"/>
            <a:ext cx="1968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381875" y="1924050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371080" y="1898980"/>
            <a:ext cx="2222500" cy="7137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50" b="1">
                <a:solidFill>
                  <a:srgbClr val="D6D3CC"/>
                </a:solidFill>
                <a:latin typeface="Calibri"/>
                <a:cs typeface="Calibri"/>
              </a:rPr>
              <a:t>Каталог</a:t>
            </a:r>
            <a:r>
              <a:rPr dirty="0" sz="1550" spc="-3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фильмов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10">
                <a:solidFill>
                  <a:srgbClr val="D6D3CC"/>
                </a:solidFill>
                <a:latin typeface="Trebuchet MS"/>
                <a:cs typeface="Trebuchet MS"/>
              </a:rPr>
              <a:t>Фильтрация</a:t>
            </a:r>
            <a:r>
              <a:rPr dirty="0" sz="1350" spc="1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D6D3CC"/>
                </a:solidFill>
                <a:latin typeface="Trebuchet MS"/>
                <a:cs typeface="Trebuchet MS"/>
              </a:rPr>
              <a:t>всех</a:t>
            </a:r>
            <a:r>
              <a:rPr dirty="0" sz="1350" spc="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фильмов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876425" y="3162300"/>
            <a:ext cx="5372100" cy="28575"/>
          </a:xfrm>
          <a:custGeom>
            <a:avLst/>
            <a:gdLst/>
            <a:ahLst/>
            <a:cxnLst/>
            <a:rect l="l" t="t" r="r" b="b"/>
            <a:pathLst>
              <a:path w="5372100" h="28575">
                <a:moveTo>
                  <a:pt x="5372100" y="0"/>
                </a:moveTo>
                <a:lnTo>
                  <a:pt x="0" y="0"/>
                </a:lnTo>
                <a:lnTo>
                  <a:pt x="0" y="28575"/>
                </a:lnTo>
                <a:lnTo>
                  <a:pt x="5372100" y="28575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371080" y="2886075"/>
            <a:ext cx="1968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04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381875" y="3162300"/>
            <a:ext cx="5372100" cy="28575"/>
          </a:xfrm>
          <a:custGeom>
            <a:avLst/>
            <a:gdLst/>
            <a:ahLst/>
            <a:cxnLst/>
            <a:rect l="l" t="t" r="r" b="b"/>
            <a:pathLst>
              <a:path w="5372100" h="28575">
                <a:moveTo>
                  <a:pt x="5372100" y="0"/>
                </a:moveTo>
                <a:lnTo>
                  <a:pt x="0" y="0"/>
                </a:lnTo>
                <a:lnTo>
                  <a:pt x="0" y="28575"/>
                </a:lnTo>
                <a:lnTo>
                  <a:pt x="5372100" y="28575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371080" y="3140879"/>
            <a:ext cx="3086100" cy="7137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50" b="1">
                <a:solidFill>
                  <a:srgbClr val="D6D3CC"/>
                </a:solidFill>
                <a:latin typeface="Calibri"/>
                <a:cs typeface="Calibri"/>
              </a:rPr>
              <a:t>Добавление</a:t>
            </a:r>
            <a:r>
              <a:rPr dirty="0" sz="1550" spc="-9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контента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Фильм,</a:t>
            </a:r>
            <a:r>
              <a:rPr dirty="0" sz="13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рецензия,</a:t>
            </a:r>
            <a:r>
              <a:rPr dirty="0" sz="13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оценка,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D6D3CC"/>
                </a:solidFill>
                <a:latin typeface="Trebuchet MS"/>
                <a:cs typeface="Trebuchet MS"/>
              </a:rPr>
              <a:t>избранное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876425" y="4400550"/>
            <a:ext cx="5372100" cy="28575"/>
          </a:xfrm>
          <a:custGeom>
            <a:avLst/>
            <a:gdLst/>
            <a:ahLst/>
            <a:cxnLst/>
            <a:rect l="l" t="t" r="r" b="b"/>
            <a:pathLst>
              <a:path w="5372100" h="28575">
                <a:moveTo>
                  <a:pt x="5372100" y="0"/>
                </a:moveTo>
                <a:lnTo>
                  <a:pt x="0" y="0"/>
                </a:lnTo>
                <a:lnTo>
                  <a:pt x="0" y="28575"/>
                </a:lnTo>
                <a:lnTo>
                  <a:pt x="5372100" y="28575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371080" y="4127436"/>
            <a:ext cx="1968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381875" y="4400550"/>
            <a:ext cx="5372100" cy="28575"/>
          </a:xfrm>
          <a:custGeom>
            <a:avLst/>
            <a:gdLst/>
            <a:ahLst/>
            <a:cxnLst/>
            <a:rect l="l" t="t" r="r" b="b"/>
            <a:pathLst>
              <a:path w="5372100" h="28575">
                <a:moveTo>
                  <a:pt x="5372100" y="0"/>
                </a:moveTo>
                <a:lnTo>
                  <a:pt x="0" y="0"/>
                </a:lnTo>
                <a:lnTo>
                  <a:pt x="0" y="28575"/>
                </a:lnTo>
                <a:lnTo>
                  <a:pt x="5372100" y="28575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371080" y="4382719"/>
            <a:ext cx="1842135" cy="7137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50" spc="-35" b="1">
                <a:solidFill>
                  <a:srgbClr val="D6D3CC"/>
                </a:solidFill>
                <a:latin typeface="Calibri"/>
                <a:cs typeface="Calibri"/>
              </a:rPr>
              <a:t>Топ</a:t>
            </a:r>
            <a:r>
              <a:rPr dirty="0" sz="1550" spc="-6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D6D3CC"/>
                </a:solidFill>
                <a:latin typeface="Calibri"/>
                <a:cs typeface="Calibri"/>
              </a:rPr>
              <a:t>и</a:t>
            </a:r>
            <a:r>
              <a:rPr dirty="0" sz="1550" spc="-20" b="1">
                <a:solidFill>
                  <a:srgbClr val="D6D3CC"/>
                </a:solidFill>
                <a:latin typeface="Calibri"/>
                <a:cs typeface="Calibri"/>
              </a:rPr>
              <a:t> поиск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60">
                <a:solidFill>
                  <a:srgbClr val="D6D3CC"/>
                </a:solidFill>
                <a:latin typeface="Trebuchet MS"/>
                <a:cs typeface="Trebuchet MS"/>
              </a:rPr>
              <a:t>Поиск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по</a:t>
            </a:r>
            <a:r>
              <a:rPr dirty="0" sz="1350" spc="-5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D6D3CC"/>
                </a:solidFill>
                <a:latin typeface="Trebuchet MS"/>
                <a:cs typeface="Trebuchet MS"/>
              </a:rPr>
              <a:t>всему</a:t>
            </a:r>
            <a:r>
              <a:rPr dirty="0" sz="13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сайту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876425" y="5648325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371080" y="5369242"/>
            <a:ext cx="1968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08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381875" y="5648325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371080" y="5624398"/>
            <a:ext cx="2172335" cy="7137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Профиль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45">
                <a:solidFill>
                  <a:srgbClr val="D6D3CC"/>
                </a:solidFill>
                <a:latin typeface="Trebuchet MS"/>
                <a:cs typeface="Trebuchet MS"/>
              </a:rPr>
              <a:t>Редактирование</a:t>
            </a:r>
            <a:r>
              <a:rPr dirty="0" sz="1350" spc="-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профиля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876425" y="6886575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861820" y="1255966"/>
            <a:ext cx="3822065" cy="6323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D6D3CC"/>
                </a:solidFill>
                <a:latin typeface="Trebuchet MS"/>
                <a:cs typeface="Trebuchet MS"/>
              </a:rPr>
              <a:t>Всего</a:t>
            </a:r>
            <a:r>
              <a:rPr dirty="0" sz="1350" spc="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D6D3CC"/>
                </a:solidFill>
                <a:latin typeface="Trebuchet MS"/>
                <a:cs typeface="Trebuchet MS"/>
              </a:rPr>
              <a:t>на</a:t>
            </a:r>
            <a:r>
              <a:rPr dirty="0" sz="1350" spc="10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D6D3CC"/>
                </a:solidFill>
                <a:latin typeface="Trebuchet MS"/>
                <a:cs typeface="Trebuchet MS"/>
              </a:rPr>
              <a:t>сайте</a:t>
            </a:r>
            <a:r>
              <a:rPr dirty="0" sz="1350" spc="4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D6D3CC"/>
                </a:solidFill>
                <a:latin typeface="Trebuchet MS"/>
                <a:cs typeface="Trebuchet MS"/>
              </a:rPr>
              <a:t>девятнадцать</a:t>
            </a:r>
            <a:r>
              <a:rPr dirty="0" sz="1350" spc="10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D6D3CC"/>
                </a:solidFill>
                <a:latin typeface="Trebuchet MS"/>
                <a:cs typeface="Trebuchet MS"/>
              </a:rPr>
              <a:t>разных</a:t>
            </a:r>
            <a:r>
              <a:rPr dirty="0" sz="13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D6D3CC"/>
                </a:solidFill>
                <a:latin typeface="Trebuchet MS"/>
                <a:cs typeface="Trebuchet MS"/>
              </a:rPr>
              <a:t>адресов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01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550" spc="-20" b="1">
                <a:solidFill>
                  <a:srgbClr val="D6D3CC"/>
                </a:solidFill>
                <a:latin typeface="Calibri"/>
                <a:cs typeface="Calibri"/>
              </a:rPr>
              <a:t>Главная</a:t>
            </a:r>
            <a:r>
              <a:rPr dirty="0" sz="1550" spc="-25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страница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60">
                <a:solidFill>
                  <a:srgbClr val="D6D3CC"/>
                </a:solidFill>
                <a:latin typeface="Trebuchet MS"/>
                <a:cs typeface="Trebuchet MS"/>
              </a:rPr>
              <a:t>Новые</a:t>
            </a:r>
            <a:r>
              <a:rPr dirty="0" sz="1350" spc="-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D6D3CC"/>
                </a:solidFill>
                <a:latin typeface="Trebuchet MS"/>
                <a:cs typeface="Trebuchet MS"/>
              </a:rPr>
              <a:t>фильмы,</a:t>
            </a:r>
            <a:r>
              <a:rPr dirty="0" sz="1350" spc="8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топ,</a:t>
            </a:r>
            <a:r>
              <a:rPr dirty="0" sz="1350" spc="-1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последние </a:t>
            </a:r>
            <a:r>
              <a:rPr dirty="0" sz="1350" spc="35">
                <a:solidFill>
                  <a:srgbClr val="D6D3CC"/>
                </a:solidFill>
                <a:latin typeface="Trebuchet MS"/>
                <a:cs typeface="Trebuchet MS"/>
              </a:rPr>
              <a:t>рецензии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03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550" b="1">
                <a:solidFill>
                  <a:srgbClr val="D6D3CC"/>
                </a:solidFill>
                <a:latin typeface="Calibri"/>
                <a:cs typeface="Calibri"/>
              </a:rPr>
              <a:t>Страница</a:t>
            </a:r>
            <a:r>
              <a:rPr dirty="0" sz="1550" spc="-30" b="1">
                <a:solidFill>
                  <a:srgbClr val="D6D3CC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фильма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50">
                <a:solidFill>
                  <a:srgbClr val="D6D3CC"/>
                </a:solidFill>
                <a:latin typeface="Trebuchet MS"/>
                <a:cs typeface="Trebuchet MS"/>
              </a:rPr>
              <a:t>Описание</a:t>
            </a:r>
            <a:r>
              <a:rPr dirty="0" sz="1350" spc="-7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и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отзывы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05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Форум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Темы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350" spc="-2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комментарии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07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Аккаунт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Регистрация,</a:t>
            </a:r>
            <a:r>
              <a:rPr dirty="0" sz="1350" spc="4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вход,</a:t>
            </a:r>
            <a:r>
              <a:rPr dirty="0" sz="1350" spc="5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D6D3CC"/>
                </a:solidFill>
                <a:latin typeface="Trebuchet MS"/>
                <a:cs typeface="Trebuchet MS"/>
              </a:rPr>
              <a:t>выход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09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Контакты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70">
                <a:solidFill>
                  <a:srgbClr val="D6D3CC"/>
                </a:solidFill>
                <a:latin typeface="Trebuchet MS"/>
                <a:cs typeface="Trebuchet MS"/>
              </a:rPr>
              <a:t>Форма</a:t>
            </a:r>
            <a:r>
              <a:rPr dirty="0" sz="1350" spc="-10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D6D3CC"/>
                </a:solidFill>
                <a:latin typeface="Trebuchet MS"/>
                <a:cs typeface="Trebuchet MS"/>
              </a:rPr>
              <a:t>обратной</a:t>
            </a:r>
            <a:r>
              <a:rPr dirty="0" sz="1350" spc="-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связи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71080" y="6611619"/>
            <a:ext cx="1968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D6D3CC"/>
                </a:solidFill>
                <a:latin typeface="Calibri"/>
                <a:cs typeface="Calibri"/>
              </a:rPr>
              <a:t>10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7381875" y="6886575"/>
            <a:ext cx="5372100" cy="19050"/>
          </a:xfrm>
          <a:custGeom>
            <a:avLst/>
            <a:gdLst/>
            <a:ahLst/>
            <a:cxnLst/>
            <a:rect l="l" t="t" r="r" b="b"/>
            <a:pathLst>
              <a:path w="5372100" h="19050">
                <a:moveTo>
                  <a:pt x="5372100" y="0"/>
                </a:moveTo>
                <a:lnTo>
                  <a:pt x="0" y="0"/>
                </a:lnTo>
                <a:lnTo>
                  <a:pt x="0" y="19050"/>
                </a:lnTo>
                <a:lnTo>
                  <a:pt x="5372100" y="19050"/>
                </a:lnTo>
                <a:lnTo>
                  <a:pt x="5372100" y="0"/>
                </a:lnTo>
                <a:close/>
              </a:path>
            </a:pathLst>
          </a:custGeom>
          <a:solidFill>
            <a:srgbClr val="FFE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371080" y="6865222"/>
            <a:ext cx="1654175" cy="7150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550" spc="-10" b="1">
                <a:solidFill>
                  <a:srgbClr val="D6D3CC"/>
                </a:solidFill>
                <a:latin typeface="Calibri"/>
                <a:cs typeface="Calibri"/>
              </a:rPr>
              <a:t>Ошибки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350" spc="50">
                <a:solidFill>
                  <a:srgbClr val="D6D3CC"/>
                </a:solidFill>
                <a:latin typeface="Trebuchet MS"/>
                <a:cs typeface="Trebuchet MS"/>
              </a:rPr>
              <a:t>Страницы</a:t>
            </a:r>
            <a:r>
              <a:rPr dirty="0" sz="1350" spc="-6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D6D3CC"/>
                </a:solidFill>
                <a:latin typeface="Trebuchet MS"/>
                <a:cs typeface="Trebuchet MS"/>
              </a:rPr>
              <a:t>404</a:t>
            </a:r>
            <a:r>
              <a:rPr dirty="0" sz="1350" spc="-2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350" spc="-8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D6D3CC"/>
                </a:solidFill>
                <a:latin typeface="Trebuchet MS"/>
                <a:cs typeface="Trebuchet MS"/>
              </a:rPr>
              <a:t>401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47601" y="7753348"/>
            <a:ext cx="2517775" cy="482600"/>
            <a:chOff x="12047601" y="7753348"/>
            <a:chExt cx="2517775" cy="482600"/>
          </a:xfrm>
        </p:grpSpPr>
        <p:sp>
          <p:nvSpPr>
            <p:cNvPr id="3" name="object 3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2505075" y="404812"/>
                  </a:lnTo>
                  <a:lnTo>
                    <a:pt x="2505075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53951" y="7824787"/>
              <a:ext cx="2505075" cy="405130"/>
            </a:xfrm>
            <a:custGeom>
              <a:avLst/>
              <a:gdLst/>
              <a:ahLst/>
              <a:cxnLst/>
              <a:rect l="l" t="t" r="r" b="b"/>
              <a:pathLst>
                <a:path w="2505075" h="405129">
                  <a:moveTo>
                    <a:pt x="2505075" y="404812"/>
                  </a:moveTo>
                  <a:lnTo>
                    <a:pt x="2505075" y="0"/>
                  </a:lnTo>
                  <a:lnTo>
                    <a:pt x="0" y="0"/>
                  </a:lnTo>
                  <a:lnTo>
                    <a:pt x="0" y="404812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1852" y="713358"/>
            <a:ext cx="1797685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-10"/>
              <a:t>Дизайн</a:t>
            </a:r>
            <a:endParaRPr sz="4250"/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605155">
              <a:lnSpc>
                <a:spcPct val="138600"/>
              </a:lnSpc>
              <a:spcBef>
                <a:spcPts val="95"/>
              </a:spcBef>
            </a:pPr>
            <a:r>
              <a:rPr dirty="0" spc="155"/>
              <a:t>Мы</a:t>
            </a:r>
            <a:r>
              <a:rPr dirty="0" spc="-30"/>
              <a:t> </a:t>
            </a:r>
            <a:r>
              <a:rPr dirty="0" spc="80"/>
              <a:t>сделали</a:t>
            </a:r>
            <a:r>
              <a:rPr dirty="0" spc="-70"/>
              <a:t> </a:t>
            </a:r>
            <a:r>
              <a:rPr dirty="0" spc="60"/>
              <a:t>дизайн</a:t>
            </a:r>
            <a:r>
              <a:rPr dirty="0" spc="35"/>
              <a:t> </a:t>
            </a:r>
            <a:r>
              <a:rPr dirty="0" spc="65"/>
              <a:t>в</a:t>
            </a:r>
            <a:r>
              <a:rPr dirty="0" spc="-40"/>
              <a:t> </a:t>
            </a:r>
            <a:r>
              <a:rPr dirty="0" spc="80"/>
              <a:t>стиле</a:t>
            </a:r>
            <a:r>
              <a:rPr dirty="0" spc="-50"/>
              <a:t> </a:t>
            </a:r>
            <a:r>
              <a:rPr dirty="0"/>
              <a:t>Яндекса.</a:t>
            </a:r>
            <a:r>
              <a:rPr dirty="0" spc="-75"/>
              <a:t> </a:t>
            </a:r>
            <a:r>
              <a:rPr dirty="0" spc="100"/>
              <a:t>Основные</a:t>
            </a:r>
            <a:r>
              <a:rPr dirty="0" spc="-50"/>
              <a:t> </a:t>
            </a:r>
            <a:r>
              <a:rPr dirty="0" spc="85"/>
              <a:t>цвета</a:t>
            </a:r>
            <a:r>
              <a:rPr dirty="0" spc="75"/>
              <a:t> </a:t>
            </a:r>
            <a:r>
              <a:rPr dirty="0" spc="290"/>
              <a:t>— </a:t>
            </a:r>
            <a:r>
              <a:rPr dirty="0" spc="85"/>
              <a:t>жёлтый</a:t>
            </a:r>
            <a:r>
              <a:rPr dirty="0" spc="-65"/>
              <a:t> </a:t>
            </a:r>
            <a:r>
              <a:rPr dirty="0" spc="60"/>
              <a:t>и</a:t>
            </a:r>
            <a:r>
              <a:rPr dirty="0" spc="15"/>
              <a:t> </a:t>
            </a:r>
            <a:r>
              <a:rPr dirty="0"/>
              <a:t>чёрный,</a:t>
            </a:r>
            <a:r>
              <a:rPr dirty="0" spc="-5"/>
              <a:t> </a:t>
            </a:r>
            <a:r>
              <a:rPr dirty="0" spc="65"/>
              <a:t>белый</a:t>
            </a:r>
            <a:r>
              <a:rPr dirty="0" spc="20"/>
              <a:t> </a:t>
            </a:r>
            <a:r>
              <a:rPr dirty="0" spc="-20"/>
              <a:t>фон.</a:t>
            </a:r>
          </a:p>
          <a:p>
            <a:pPr marL="355600" marR="85725" indent="-343535">
              <a:lnSpc>
                <a:spcPct val="138600"/>
              </a:lnSpc>
              <a:spcBef>
                <a:spcPts val="1825"/>
              </a:spcBef>
              <a:buChar char="•"/>
              <a:tabLst>
                <a:tab pos="355600" algn="l"/>
              </a:tabLst>
            </a:pPr>
            <a:r>
              <a:rPr dirty="0" spc="75"/>
              <a:t>Кнопки</a:t>
            </a:r>
            <a:r>
              <a:rPr dirty="0" spc="-10"/>
              <a:t> </a:t>
            </a:r>
            <a:r>
              <a:rPr dirty="0" spc="80"/>
              <a:t>крупные</a:t>
            </a:r>
            <a:r>
              <a:rPr dirty="0" spc="-70"/>
              <a:t> </a:t>
            </a:r>
            <a:r>
              <a:rPr dirty="0" spc="120"/>
              <a:t>со</a:t>
            </a:r>
            <a:r>
              <a:rPr dirty="0" spc="-5"/>
              <a:t> </a:t>
            </a:r>
            <a:r>
              <a:rPr dirty="0" spc="65"/>
              <a:t>скруглёнными</a:t>
            </a:r>
            <a:r>
              <a:rPr dirty="0" spc="-10"/>
              <a:t> </a:t>
            </a:r>
            <a:r>
              <a:rPr dirty="0"/>
              <a:t>углами,</a:t>
            </a:r>
            <a:r>
              <a:rPr dirty="0" spc="-105"/>
              <a:t> </a:t>
            </a:r>
            <a:r>
              <a:rPr dirty="0" spc="110"/>
              <a:t>при</a:t>
            </a:r>
            <a:r>
              <a:rPr dirty="0" spc="-85"/>
              <a:t> </a:t>
            </a:r>
            <a:r>
              <a:rPr dirty="0" spc="65"/>
              <a:t>наведении </a:t>
            </a:r>
            <a:r>
              <a:rPr dirty="0" spc="85"/>
              <a:t>немного</a:t>
            </a:r>
            <a:r>
              <a:rPr dirty="0" spc="-90"/>
              <a:t> </a:t>
            </a:r>
            <a:r>
              <a:rPr dirty="0" spc="75"/>
              <a:t>приподнимаются</a:t>
            </a: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dirty="0" spc="75"/>
              <a:t>Карточки</a:t>
            </a:r>
            <a:r>
              <a:rPr dirty="0" spc="45"/>
              <a:t> </a:t>
            </a:r>
            <a:r>
              <a:rPr dirty="0"/>
              <a:t>фильмов</a:t>
            </a:r>
            <a:r>
              <a:rPr dirty="0" spc="80"/>
              <a:t> </a:t>
            </a:r>
            <a:r>
              <a:rPr dirty="0" spc="70"/>
              <a:t>белые</a:t>
            </a:r>
            <a:r>
              <a:rPr dirty="0" spc="65"/>
              <a:t> </a:t>
            </a:r>
            <a:r>
              <a:rPr dirty="0" spc="110"/>
              <a:t>с</a:t>
            </a:r>
            <a:r>
              <a:rPr dirty="0" spc="-25"/>
              <a:t> </a:t>
            </a:r>
            <a:r>
              <a:rPr dirty="0" spc="70"/>
              <a:t>тенью</a:t>
            </a:r>
          </a:p>
          <a:p>
            <a:pPr marL="355600" marR="5080" indent="-343535">
              <a:lnSpc>
                <a:spcPct val="138600"/>
              </a:lnSpc>
              <a:buChar char="•"/>
              <a:tabLst>
                <a:tab pos="355600" algn="l"/>
              </a:tabLst>
            </a:pPr>
            <a:r>
              <a:rPr dirty="0" spc="95"/>
              <a:t>Аватарка</a:t>
            </a:r>
            <a:r>
              <a:rPr dirty="0" spc="-15"/>
              <a:t> </a:t>
            </a:r>
            <a:r>
              <a:rPr dirty="0" spc="65"/>
              <a:t>пользователя</a:t>
            </a:r>
            <a:r>
              <a:rPr dirty="0" spc="-5"/>
              <a:t> </a:t>
            </a:r>
            <a:r>
              <a:rPr dirty="0" spc="340"/>
              <a:t>—</a:t>
            </a:r>
            <a:r>
              <a:rPr dirty="0" spc="-55"/>
              <a:t> </a:t>
            </a:r>
            <a:r>
              <a:rPr dirty="0" spc="80"/>
              <a:t>первая</a:t>
            </a:r>
            <a:r>
              <a:rPr dirty="0" spc="-40"/>
              <a:t> </a:t>
            </a:r>
            <a:r>
              <a:rPr dirty="0" spc="80"/>
              <a:t>буква</a:t>
            </a:r>
            <a:r>
              <a:rPr dirty="0" spc="-15"/>
              <a:t> </a:t>
            </a:r>
            <a:r>
              <a:rPr dirty="0" spc="70"/>
              <a:t>имени</a:t>
            </a:r>
            <a:r>
              <a:rPr dirty="0" spc="-100"/>
              <a:t> </a:t>
            </a:r>
            <a:r>
              <a:rPr dirty="0" spc="80"/>
              <a:t>на</a:t>
            </a:r>
            <a:r>
              <a:rPr dirty="0" spc="-15"/>
              <a:t> </a:t>
            </a:r>
            <a:r>
              <a:rPr dirty="0" spc="75"/>
              <a:t>цветном </a:t>
            </a:r>
            <a:r>
              <a:rPr dirty="0" spc="80"/>
              <a:t>кружочке</a:t>
            </a: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dirty="0" spc="195"/>
              <a:t>В</a:t>
            </a:r>
            <a:r>
              <a:rPr dirty="0" spc="-95"/>
              <a:t> </a:t>
            </a:r>
            <a:r>
              <a:rPr dirty="0" spc="95"/>
              <a:t>шапке</a:t>
            </a:r>
            <a:r>
              <a:rPr dirty="0" spc="-95"/>
              <a:t> </a:t>
            </a:r>
            <a:r>
              <a:rPr dirty="0" spc="75"/>
              <a:t>жёлтая</a:t>
            </a:r>
            <a:r>
              <a:rPr dirty="0" spc="-50"/>
              <a:t> </a:t>
            </a:r>
            <a:r>
              <a:rPr dirty="0" spc="95"/>
              <a:t>полоса</a:t>
            </a:r>
            <a:r>
              <a:rPr dirty="0" spc="-30"/>
              <a:t> </a:t>
            </a:r>
            <a:r>
              <a:rPr dirty="0" spc="110"/>
              <a:t>с</a:t>
            </a:r>
            <a:r>
              <a:rPr dirty="0" spc="-95"/>
              <a:t> </a:t>
            </a:r>
            <a:r>
              <a:rPr dirty="0" spc="80"/>
              <a:t>логотипом</a:t>
            </a:r>
            <a:r>
              <a:rPr dirty="0" spc="-20"/>
              <a:t> </a:t>
            </a:r>
            <a:r>
              <a:rPr dirty="0" spc="60"/>
              <a:t>и</a:t>
            </a:r>
            <a:r>
              <a:rPr dirty="0" spc="-105"/>
              <a:t> </a:t>
            </a:r>
            <a:r>
              <a:rPr dirty="0" spc="60"/>
              <a:t>навигацией</a:t>
            </a:r>
          </a:p>
          <a:p>
            <a:pPr marL="355600" indent="-342900">
              <a:lnSpc>
                <a:spcPct val="100000"/>
              </a:lnSpc>
              <a:spcBef>
                <a:spcPts val="855"/>
              </a:spcBef>
              <a:buChar char="•"/>
              <a:tabLst>
                <a:tab pos="355600" algn="l"/>
              </a:tabLst>
            </a:pPr>
            <a:r>
              <a:rPr dirty="0" spc="110"/>
              <a:t>Выпадающее</a:t>
            </a:r>
            <a:r>
              <a:rPr dirty="0" spc="-95"/>
              <a:t> </a:t>
            </a:r>
            <a:r>
              <a:rPr dirty="0" spc="100"/>
              <a:t>меню</a:t>
            </a:r>
            <a:r>
              <a:rPr dirty="0" spc="-15"/>
              <a:t> </a:t>
            </a:r>
            <a:r>
              <a:rPr dirty="0" spc="50"/>
              <a:t>профиля</a:t>
            </a:r>
            <a:r>
              <a:rPr dirty="0" spc="-45"/>
              <a:t> </a:t>
            </a:r>
            <a:r>
              <a:rPr dirty="0" spc="85"/>
              <a:t>при</a:t>
            </a:r>
            <a:r>
              <a:rPr dirty="0" spc="-95"/>
              <a:t> </a:t>
            </a:r>
            <a:r>
              <a:rPr dirty="0" spc="65"/>
              <a:t>наведении</a:t>
            </a:r>
          </a:p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5600" algn="l"/>
              </a:tabLst>
            </a:pPr>
            <a:r>
              <a:rPr dirty="0" spc="75"/>
              <a:t>Адаптация</a:t>
            </a:r>
            <a:r>
              <a:rPr dirty="0" spc="-40"/>
              <a:t> </a:t>
            </a:r>
            <a:r>
              <a:rPr dirty="0" spc="65"/>
              <a:t>под</a:t>
            </a:r>
            <a:r>
              <a:rPr dirty="0"/>
              <a:t> </a:t>
            </a:r>
            <a:r>
              <a:rPr dirty="0" spc="70"/>
              <a:t>мобильные</a:t>
            </a:r>
            <a:r>
              <a:rPr dirty="0" spc="-5"/>
              <a:t> </a:t>
            </a:r>
            <a:r>
              <a:rPr dirty="0" spc="85"/>
              <a:t>устройства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51852" y="6911022"/>
            <a:ext cx="609727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Стиль</a:t>
            </a:r>
            <a:r>
              <a:rPr dirty="0" sz="1850" spc="-6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D6D3CC"/>
                </a:solidFill>
                <a:latin typeface="Trebuchet MS"/>
                <a:cs typeface="Trebuchet MS"/>
              </a:rPr>
              <a:t>получился</a:t>
            </a:r>
            <a:r>
              <a:rPr dirty="0" sz="1850" spc="-10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D6D3CC"/>
                </a:solidFill>
                <a:latin typeface="Trebuchet MS"/>
                <a:cs typeface="Trebuchet MS"/>
              </a:rPr>
              <a:t>простым,</a:t>
            </a:r>
            <a:r>
              <a:rPr dirty="0" sz="1850" spc="-114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D6D3CC"/>
                </a:solidFill>
                <a:latin typeface="Trebuchet MS"/>
                <a:cs typeface="Trebuchet MS"/>
              </a:rPr>
              <a:t>узнаваемым</a:t>
            </a:r>
            <a:r>
              <a:rPr dirty="0" sz="1850" spc="-70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D6D3CC"/>
                </a:solidFill>
                <a:latin typeface="Trebuchet MS"/>
                <a:cs typeface="Trebuchet MS"/>
              </a:rPr>
              <a:t>и</a:t>
            </a:r>
            <a:r>
              <a:rPr dirty="0" sz="1850" spc="-95">
                <a:solidFill>
                  <a:srgbClr val="D6D3CC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D6D3CC"/>
                </a:solidFill>
                <a:latin typeface="Trebuchet MS"/>
                <a:cs typeface="Trebuchet MS"/>
              </a:rPr>
              <a:t>приятным.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2550" y="2295525"/>
            <a:ext cx="48006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135"/>
              </a:spcBef>
            </a:pPr>
            <a:r>
              <a:rPr dirty="0"/>
              <a:t>Спасибо</a:t>
            </a:r>
            <a:r>
              <a:rPr dirty="0" spc="-105"/>
              <a:t> </a:t>
            </a:r>
            <a:r>
              <a:rPr dirty="0"/>
              <a:t>за </a:t>
            </a:r>
            <a:r>
              <a:rPr dirty="0" spc="-10"/>
              <a:t>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2026-04-29T20:21:27Z</dcterms:created>
  <dcterms:modified xsi:type="dcterms:W3CDTF">2026-04-29T20:21:27Z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LastSaved">
    <vt:filetime>2026-04-29T00:00:00Z</vt:filetime>
  </property>
</Properties>
</file>